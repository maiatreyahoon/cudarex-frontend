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cf3b4ec8af4013" /><Relationship Type="http://schemas.openxmlformats.org/officeDocument/2006/relationships/extended-properties" Target="/docProps/app.xml" Id="R4caba2b32b724d7e" /><Relationship Type="http://schemas.openxmlformats.org/officeDocument/2006/relationships/officeDocument" Target="/ppt/presentation.xml" Id="R04502b51f4fd4b97" /></Relationships>
</file>

<file path=ppt/presentation.xml><?xml version="1.0" encoding="utf-8"?>
<p:presentation xmlns:p="http://schemas.openxmlformats.org/presentationml/2006/main">
  <p:sldMasterIdLst>
    <p:sldMasterId xmlns:r="http://schemas.openxmlformats.org/officeDocument/2006/relationships" id="2147483648" r:id="Rf2ccf01596a54fcd"/>
  </p:sldMasterIdLst>
  <p:notesMasterIdLst>
    <p:notesMasterId xmlns:r="http://schemas.openxmlformats.org/officeDocument/2006/relationships" r:id="R732f86f8b8a64d03"/>
  </p:notesMasterIdLst>
  <p:sldIdLst>
    <p:sldId xmlns:r="http://schemas.openxmlformats.org/officeDocument/2006/relationships" id="256" r:id="R68407592667a4e97"/>
    <p:sldId xmlns:r="http://schemas.openxmlformats.org/officeDocument/2006/relationships" id="257" r:id="R57f7117bae5e40df"/>
    <p:sldId xmlns:r="http://schemas.openxmlformats.org/officeDocument/2006/relationships" id="258" r:id="Rd1903b424ca94d0a"/>
    <p:sldId xmlns:r="http://schemas.openxmlformats.org/officeDocument/2006/relationships" id="259" r:id="R82e42034f4834dce"/>
    <p:sldId xmlns:r="http://schemas.openxmlformats.org/officeDocument/2006/relationships" id="260" r:id="R81c0e5a357d147a4"/>
    <p:sldId xmlns:r="http://schemas.openxmlformats.org/officeDocument/2006/relationships" id="261" r:id="R79db71afacb24065"/>
    <p:sldId xmlns:r="http://schemas.openxmlformats.org/officeDocument/2006/relationships" id="262" r:id="R7148241cc3bf44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f6e185ef9c49ec" /><Relationship Type="http://schemas.openxmlformats.org/officeDocument/2006/relationships/slideMaster" Target="/ppt/slideMasters/slideMaster1.xml" Id="Rf2ccf01596a54fcd" /><Relationship Type="http://schemas.openxmlformats.org/officeDocument/2006/relationships/notesMaster" Target="/ppt/notesMasters/notesMaster1.xml" Id="R732f86f8b8a64d03" /><Relationship Type="http://schemas.openxmlformats.org/officeDocument/2006/relationships/presProps" Target="/ppt/presProps.xml" Id="Rf46ec20e40b64a34" /><Relationship Type="http://schemas.openxmlformats.org/officeDocument/2006/relationships/tableStyles" Target="/ppt/tableStyles.xml" Id="R4d464d8b829241ce" /><Relationship Type="http://schemas.openxmlformats.org/officeDocument/2006/relationships/slide" Target="/ppt/slides/slide1.xml" Id="R68407592667a4e97" /><Relationship Type="http://schemas.openxmlformats.org/officeDocument/2006/relationships/slide" Target="/ppt/slides/slide2.xml" Id="R57f7117bae5e40df" /><Relationship Type="http://schemas.openxmlformats.org/officeDocument/2006/relationships/slide" Target="/ppt/slides/slide3.xml" Id="Rd1903b424ca94d0a" /><Relationship Type="http://schemas.openxmlformats.org/officeDocument/2006/relationships/slide" Target="/ppt/slides/slide4.xml" Id="R82e42034f4834dce" /><Relationship Type="http://schemas.openxmlformats.org/officeDocument/2006/relationships/slide" Target="/ppt/slides/slide5.xml" Id="R81c0e5a357d147a4" /><Relationship Type="http://schemas.openxmlformats.org/officeDocument/2006/relationships/slide" Target="/ppt/slides/slide6.xml" Id="R79db71afacb24065" /><Relationship Type="http://schemas.openxmlformats.org/officeDocument/2006/relationships/slide" Target="/ppt/slides/slide7.xml" Id="R7148241cc3bf44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adc210da6f4e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7b59bf5ee84da6" /><Relationship Type="http://schemas.openxmlformats.org/officeDocument/2006/relationships/notesMaster" Target="/ppt/notesMasters/notesMaster1.xml" Id="R3a769a4d68c24c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a84235022e4116" /><Relationship Type="http://schemas.openxmlformats.org/officeDocument/2006/relationships/notesMaster" Target="/ppt/notesMasters/notesMaster1.xml" Id="Ra5905218da104d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8980704670402e" /><Relationship Type="http://schemas.openxmlformats.org/officeDocument/2006/relationships/notesMaster" Target="/ppt/notesMasters/notesMaster1.xml" Id="Rc83e82b8007741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1fd8796cd14cfd" /><Relationship Type="http://schemas.openxmlformats.org/officeDocument/2006/relationships/notesMaster" Target="/ppt/notesMasters/notesMaster1.xml" Id="Rb2af80eb43c747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06a9adc2f0474b" /><Relationship Type="http://schemas.openxmlformats.org/officeDocument/2006/relationships/notesMaster" Target="/ppt/notesMasters/notesMaster1.xml" Id="R81fa3a8acb2045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131a05497642d4" /><Relationship Type="http://schemas.openxmlformats.org/officeDocument/2006/relationships/notesMaster" Target="/ppt/notesMasters/notesMaster1.xml" Id="Rac82e72eed4246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c264fdad054146" /><Relationship Type="http://schemas.openxmlformats.org/officeDocument/2006/relationships/notesMaster" Target="/ppt/notesMasters/notesMaster1.xml" Id="Rd2a3373ebc574a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AI Track. This deck describes a local test build. The live NVIDIA model call through Nebius is pending verification because no key was available during preparation. The platform is CUDAREX and the assistant is AURA.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student scenario, not a quote from a user study. We have not measured demand or learning improvement. The first audience is students who want guided practice and control over retained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this sequence in the application rather than moving through disconnected pages. Six curated numerical practice problems support deterministic grading. User-created skills provide reusable instructions. In no-key mode their invocation shows an honest preview. Generated skill responses need the configured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bank covers Newton’s second law, Ohm’s law, kinetic energy, speed, uniform acceleration and a linear equation. This is bounded practice, not arbitrary homework grading or a validated assessment of general ability. Numeric attempts and hint state persist in SQLite.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server-side adapter targets the configured Nebius text-completion endpoint. Keys never belong in the browser. Saved memory sharing is off by default and separately controlled. The model has no executable tool channel. Before final submission, show an actual successful runtime request using an available NVIDIA open-source model. Do not replace this disclosure with an untested claim. Official requirement: https://nebiusglobalaihackathon.devpost.com/rules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comes from the local MVP verification and contains sample QA data. The current build adds editable title/time proposals, conflict checks and manual ICS export. No Google Calendar OAuth or account access exists. A local record is not a claim of an external calendar write.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user study, usage count, learning gain or performance benchmark has been claimed. The local service runs while open and is not yet a hosted always-on agent. Live integration work follows identity, ownership, token storage and independent security review. Final entry also needs public repository and video links and actual provider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daa7dabddc4d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f124dbe25c845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95f8be7e0343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11d38bb9ab46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e251b8e4dc46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380506457647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BEACF0-AA00-4615-8F29-54A6858C45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B21234-78CC-4FA6-A478-6F801301066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55D62D8-8464-42F2-BB38-BED17411C7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0A21C-8360-4F55-9841-2439943786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4ADDF9-E61A-4CF2-820B-0357064D9A5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469175C-9146-438F-B83A-7BF0E40179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2D5950-0155-4292-B1DA-C6D81D0079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AEEAAA-6A62-4597-9820-7792C9E9FB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1BB869-7AF6-4FE0-A4F8-EB3137B8FD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FE5F2-8461-40AD-8FFC-48CC4E7F07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4f48cd8a154260" /><Relationship Type="http://schemas.openxmlformats.org/officeDocument/2006/relationships/slideLayout" Target="/ppt/slideLayouts/slideLayout1.xml" Id="R42747f2632e8415d" /><Relationship Type="http://schemas.openxmlformats.org/officeDocument/2006/relationships/slideLayout" Target="/ppt/slideLayouts/slideLayout2.xml" Id="Re5fb196a3e2d46df" /><Relationship Type="http://schemas.openxmlformats.org/officeDocument/2006/relationships/slideLayout" Target="/ppt/slideLayouts/slideLayout3.xml" Id="R5fba1c1fd2f446d8" /><Relationship Type="http://schemas.openxmlformats.org/officeDocument/2006/relationships/slideLayout" Target="/ppt/slideLayouts/slideLayout4.xml" Id="R936a8dfcdd55461f" /><Relationship Type="http://schemas.openxmlformats.org/officeDocument/2006/relationships/slideLayout" Target="/ppt/slideLayouts/slideLayout5.xml" Id="R6b126623e0414fbf" /><Relationship Type="http://schemas.openxmlformats.org/officeDocument/2006/relationships/slideLayout" Target="/ppt/slideLayouts/slideLayout6.xml" Id="R52010e8e6f7049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747f2632e8415d"/>
    <p:sldLayoutId xmlns:r="http://schemas.openxmlformats.org/officeDocument/2006/relationships" id="2147483650" r:id="Re5fb196a3e2d46df"/>
    <p:sldLayoutId xmlns:r="http://schemas.openxmlformats.org/officeDocument/2006/relationships" id="2147483651" r:id="R5fba1c1fd2f446d8"/>
    <p:sldLayoutId xmlns:r="http://schemas.openxmlformats.org/officeDocument/2006/relationships" id="2147483652" r:id="R936a8dfcdd55461f"/>
    <p:sldLayoutId xmlns:r="http://schemas.openxmlformats.org/officeDocument/2006/relationships" id="2147483653" r:id="R6b126623e0414fbf"/>
    <p:sldLayoutId xmlns:r="http://schemas.openxmlformats.org/officeDocument/2006/relationships" id="2147483654" r:id="R52010e8e6f7049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20c55c2f794926" /><Relationship Type="http://schemas.openxmlformats.org/officeDocument/2006/relationships/notesSlide" Target="/ppt/notesSlides/notesSlide1.xml" Id="Rfe17f0cca29443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3c3443d3b14cce" /><Relationship Type="http://schemas.openxmlformats.org/officeDocument/2006/relationships/notesSlide" Target="/ppt/notesSlides/notesSlide2.xml" Id="R1536471e5d0840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4242f9f00e4d38" /><Relationship Type="http://schemas.openxmlformats.org/officeDocument/2006/relationships/notesSlide" Target="/ppt/notesSlides/notesSlide3.xml" Id="Re2ecbf42feb747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4ef02082d74610" /><Relationship Type="http://schemas.openxmlformats.org/officeDocument/2006/relationships/notesSlide" Target="/ppt/notesSlides/notesSlide4.xml" Id="R99b2ba79431946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7f9a2ddac440f1" /><Relationship Type="http://schemas.openxmlformats.org/officeDocument/2006/relationships/notesSlide" Target="/ppt/notesSlides/notesSlide5.xml" Id="R3c788a3e7ef448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06af5cbeb08431e" /><Relationship Type="http://schemas.openxmlformats.org/officeDocument/2006/relationships/image" Target="/ppt/media/image.jpeg" Id="R3775d6e66ae54e89" /><Relationship Type="http://schemas.openxmlformats.org/officeDocument/2006/relationships/notesSlide" Target="/ppt/notesSlides/notesSlide6.xml" Id="R3fcf8a1825a441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3a608cab5c4084" /><Relationship Type="http://schemas.openxmlformats.org/officeDocument/2006/relationships/notesSlide" Target="/ppt/notesSlides/notesSlide7.xml" Id="R6e4226b5a1cd4cb2" /></Relationships>
</file>

<file path=ppt/slides/slide1.xml><?xml version="1.0" encoding="utf-8"?>
<p:sld xmlns:p="http://schemas.openxmlformats.org/presentationml/2006/main">
  <p:cSld>
    <p:bg>
      <p:bgPr>
        <a:solidFill xmlns:a="http://schemas.openxmlformats.org/drawingml/2006/main">
          <a:srgbClr val="0B0D1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5833020-45F0-400D-B3CD-2F8E7152781B}"/>
              </a:ext>
            </a:extLst>
          </p:cNvPr>
          <p:cNvSpPr>
            <a:spLocks xmlns:a="http://schemas.openxmlformats.org/drawingml/2006/main" noGrp="1"/>
          </p:cNvSpPr>
          <p:nvPr/>
        </p:nvSpPr>
        <p:spPr>
          <a:xfrm xmlns:a="http://schemas.openxmlformats.org/drawingml/2006/main">
            <a:off x="685800" y="165735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200" b="1">
                <a:solidFill>
                  <a:srgbClr val="F4F2FC"/>
                </a:solidFill>
              </a:defRPr>
            </a:defPPr>
            <a:lvl1pPr>
              <a:defRPr sz="7200" b="1">
                <a:solidFill>
                  <a:srgbClr val="F4F2FC"/>
                </a:solidFill>
              </a:defRPr>
            </a:lvl1pPr>
            <a:lvl2pPr>
              <a:defRPr sz="7200" b="1">
                <a:solidFill>
                  <a:srgbClr val="F4F2FC"/>
                </a:solidFill>
              </a:defRPr>
            </a:lvl2pPr>
            <a:lvl3pPr>
              <a:defRPr sz="7200" b="1">
                <a:solidFill>
                  <a:srgbClr val="F4F2FC"/>
                </a:solidFill>
              </a:defRPr>
            </a:lvl3pPr>
            <a:lvl4pPr>
              <a:defRPr sz="7200" b="1">
                <a:solidFill>
                  <a:srgbClr val="F4F2FC"/>
                </a:solidFill>
              </a:defRPr>
            </a:lvl4pPr>
            <a:lvl5pPr>
              <a:defRPr sz="7200" b="1">
                <a:solidFill>
                  <a:srgbClr val="F4F2FC"/>
                </a:solidFill>
              </a:defRPr>
            </a:lvl5pPr>
            <a:lvl6pPr>
              <a:defRPr sz="7200" b="1">
                <a:solidFill>
                  <a:srgbClr val="F4F2FC"/>
                </a:solidFill>
              </a:defRPr>
            </a:lvl6pPr>
            <a:lvl7pPr>
              <a:defRPr sz="7200" b="1">
                <a:solidFill>
                  <a:srgbClr val="F4F2FC"/>
                </a:solidFill>
              </a:defRPr>
            </a:lvl7pPr>
            <a:lvl8pPr>
              <a:defRPr sz="7200" b="1">
                <a:solidFill>
                  <a:srgbClr val="F4F2FC"/>
                </a:solidFill>
              </a:defRPr>
            </a:lvl8pPr>
            <a:lvl9pPr>
              <a:defRPr sz="7200" b="1">
                <a:solidFill>
                  <a:srgbClr val="F4F2FC"/>
                </a:solidFill>
              </a:defRPr>
            </a:lvl9pPr>
          </a:lstStyle>
          <a:p xmlns:a="http://schemas.openxmlformats.org/drawingml/2006/main">
            <a:pPr>
              <a:defRPr sz="7200" b="1">
                <a:solidFill>
                  <a:srgbClr val="F4F2FC"/>
                </a:solidFill>
              </a:defRPr>
            </a:pPr>
            <a:r>
              <a:rPr sz="7200" b="1">
                <a:solidFill>
                  <a:srgbClr val="F4F2FC"/>
                </a:solidFill>
                <a:latin typeface="Arial"/>
                <a:ea typeface="Arial"/>
                <a:cs typeface="Arial"/>
              </a:rPr>
              <a:t>CUDAREX</a:t>
            </a:r>
          </a:p>
        </p:txBody>
      </p:sp>
      <p:sp>
        <p:nvSpPr>
          <p:cNvPr id="2" name="">
            <a:extLst xmlns:a="http://schemas.openxmlformats.org/drawingml/2006/main">
              <a:ext uri="{FF2B5EF4-FFF2-40B4-BE49-F238E27FC236}">
                <a16:creationId xmlns:a16="http://schemas.microsoft.com/office/drawing/2014/main" id="{AAF778BF-078F-47A8-9D9B-71119DC19D96}"/>
              </a:ext>
            </a:extLst>
          </p:cNvPr>
          <p:cNvSpPr>
            <a:spLocks xmlns:a="http://schemas.openxmlformats.org/drawingml/2006/main" noGrp="1"/>
          </p:cNvSpPr>
          <p:nvPr/>
        </p:nvSpPr>
        <p:spPr>
          <a:xfrm xmlns:a="http://schemas.openxmlformats.org/drawingml/2006/main">
            <a:off x="733425" y="30384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B69AFF"/>
                </a:solidFill>
              </a:defRPr>
            </a:defPPr>
            <a:lvl1pPr>
              <a:defRPr sz="2850" b="0">
                <a:solidFill>
                  <a:srgbClr val="B69AFF"/>
                </a:solidFill>
              </a:defRPr>
            </a:lvl1pPr>
            <a:lvl2pPr>
              <a:defRPr sz="2850" b="0">
                <a:solidFill>
                  <a:srgbClr val="B69AFF"/>
                </a:solidFill>
              </a:defRPr>
            </a:lvl2pPr>
            <a:lvl3pPr>
              <a:defRPr sz="2850" b="0">
                <a:solidFill>
                  <a:srgbClr val="B69AFF"/>
                </a:solidFill>
              </a:defRPr>
            </a:lvl3pPr>
            <a:lvl4pPr>
              <a:defRPr sz="2850" b="0">
                <a:solidFill>
                  <a:srgbClr val="B69AFF"/>
                </a:solidFill>
              </a:defRPr>
            </a:lvl4pPr>
            <a:lvl5pPr>
              <a:defRPr sz="2850" b="0">
                <a:solidFill>
                  <a:srgbClr val="B69AFF"/>
                </a:solidFill>
              </a:defRPr>
            </a:lvl5pPr>
            <a:lvl6pPr>
              <a:defRPr sz="2850" b="0">
                <a:solidFill>
                  <a:srgbClr val="B69AFF"/>
                </a:solidFill>
              </a:defRPr>
            </a:lvl6pPr>
            <a:lvl7pPr>
              <a:defRPr sz="2850" b="0">
                <a:solidFill>
                  <a:srgbClr val="B69AFF"/>
                </a:solidFill>
              </a:defRPr>
            </a:lvl7pPr>
            <a:lvl8pPr>
              <a:defRPr sz="2850" b="0">
                <a:solidFill>
                  <a:srgbClr val="B69AFF"/>
                </a:solidFill>
              </a:defRPr>
            </a:lvl8pPr>
            <a:lvl9pPr>
              <a:defRPr sz="2850" b="0">
                <a:solidFill>
                  <a:srgbClr val="B69AFF"/>
                </a:solidFill>
              </a:defRPr>
            </a:lvl9pPr>
          </a:lstStyle>
          <a:p xmlns:a="http://schemas.openxmlformats.org/drawingml/2006/main">
            <a:pPr>
              <a:defRPr sz="2850" b="0">
                <a:solidFill>
                  <a:srgbClr val="B69AFF"/>
                </a:solidFill>
              </a:defRPr>
            </a:pPr>
            <a:r>
              <a:rPr sz="2850" b="0">
                <a:solidFill>
                  <a:srgbClr val="B69AFF"/>
                </a:solidFill>
                <a:latin typeface="Arial"/>
                <a:ea typeface="Arial"/>
                <a:cs typeface="Arial"/>
              </a:rPr>
              <a:t>AURA, your personal AI workspace</a:t>
            </a:r>
          </a:p>
        </p:txBody>
      </p:sp>
      <p:sp>
        <p:nvSpPr>
          <p:cNvPr id="3" name="">
            <a:extLst xmlns:a="http://schemas.openxmlformats.org/drawingml/2006/main">
              <a:ext uri="{FF2B5EF4-FFF2-40B4-BE49-F238E27FC236}">
                <a16:creationId xmlns:a16="http://schemas.microsoft.com/office/drawing/2014/main" id="{594BB9AD-AC0A-4590-89AE-A116413DA75E}"/>
              </a:ext>
            </a:extLst>
          </p:cNvPr>
          <p:cNvSpPr>
            <a:spLocks xmlns:a="http://schemas.openxmlformats.org/drawingml/2006/main" noGrp="1"/>
          </p:cNvSpPr>
          <p:nvPr/>
        </p:nvSpPr>
        <p:spPr>
          <a:xfrm xmlns:a="http://schemas.openxmlformats.org/drawingml/2006/main">
            <a:off x="733425" y="39814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B5B2CB"/>
                </a:solidFill>
              </a:defRPr>
            </a:defPPr>
            <a:lvl1pPr>
              <a:defRPr sz="2100" b="0">
                <a:solidFill>
                  <a:srgbClr val="B5B2CB"/>
                </a:solidFill>
              </a:defRPr>
            </a:lvl1pPr>
            <a:lvl2pPr>
              <a:defRPr sz="2100" b="0">
                <a:solidFill>
                  <a:srgbClr val="B5B2CB"/>
                </a:solidFill>
              </a:defRPr>
            </a:lvl2pPr>
            <a:lvl3pPr>
              <a:defRPr sz="2100" b="0">
                <a:solidFill>
                  <a:srgbClr val="B5B2CB"/>
                </a:solidFill>
              </a:defRPr>
            </a:lvl3pPr>
            <a:lvl4pPr>
              <a:defRPr sz="2100" b="0">
                <a:solidFill>
                  <a:srgbClr val="B5B2CB"/>
                </a:solidFill>
              </a:defRPr>
            </a:lvl4pPr>
            <a:lvl5pPr>
              <a:defRPr sz="2100" b="0">
                <a:solidFill>
                  <a:srgbClr val="B5B2CB"/>
                </a:solidFill>
              </a:defRPr>
            </a:lvl5pPr>
            <a:lvl6pPr>
              <a:defRPr sz="2100" b="0">
                <a:solidFill>
                  <a:srgbClr val="B5B2CB"/>
                </a:solidFill>
              </a:defRPr>
            </a:lvl6pPr>
            <a:lvl7pPr>
              <a:defRPr sz="2100" b="0">
                <a:solidFill>
                  <a:srgbClr val="B5B2CB"/>
                </a:solidFill>
              </a:defRPr>
            </a:lvl7pPr>
            <a:lvl8pPr>
              <a:defRPr sz="2100" b="0">
                <a:solidFill>
                  <a:srgbClr val="B5B2CB"/>
                </a:solidFill>
              </a:defRPr>
            </a:lvl8pPr>
            <a:lvl9pPr>
              <a:defRPr sz="2100" b="0">
                <a:solidFill>
                  <a:srgbClr val="B5B2CB"/>
                </a:solidFill>
              </a:defRPr>
            </a:lvl9pPr>
          </a:lstStyle>
          <a:p xmlns:a="http://schemas.openxmlformats.org/drawingml/2006/main">
            <a:pPr>
              <a:defRPr sz="2100" b="0">
                <a:solidFill>
                  <a:srgbClr val="B5B2CB"/>
                </a:solidFill>
              </a:defRPr>
            </a:pPr>
            <a:r>
              <a:rPr sz="2100" b="0">
                <a:solidFill>
                  <a:srgbClr val="B5B2CB"/>
                </a:solidFill>
                <a:latin typeface="Arial"/>
                <a:ea typeface="Arial"/>
                <a:cs typeface="Arial"/>
              </a:rPr>
              <a:t>Learning context you can inspect. Actions you choose.</a:t>
            </a:r>
          </a:p>
        </p:txBody>
      </p:sp>
    </p:spTree>
    <p:extLst>
      <p:ext uri="{BB962C8B-B14F-4D97-AF65-F5344CB8AC3E}">
        <p14:creationId xmlns:p14="http://schemas.microsoft.com/office/powerpoint/2010/main" val="1360653227"/>
      </p:ext>
    </p:extLst>
  </p:cSld>
</p:sld>
</file>

<file path=ppt/slides/slide2.xml><?xml version="1.0" encoding="utf-8"?>
<p:sld xmlns:p="http://schemas.openxmlformats.org/presentationml/2006/main">
  <p:cSld>
    <p:bg>
      <p:bgPr>
        <a:solidFill xmlns:a="http://schemas.openxmlformats.org/drawingml/2006/main">
          <a:srgbClr val="0B0D1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AFF38D-17C7-4ACB-9169-222457BB1596}"/>
              </a:ext>
            </a:extLst>
          </p:cNvPr>
          <p:cNvSpPr>
            <a:spLocks xmlns:a="http://schemas.openxmlformats.org/drawingml/2006/main" noGrp="1"/>
          </p:cNvSpPr>
          <p:nvPr/>
        </p:nvSpPr>
        <p:spPr>
          <a:xfrm xmlns:a="http://schemas.openxmlformats.org/drawingml/2006/main">
            <a:off x="685800" y="6286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2FC"/>
                </a:solidFill>
              </a:defRPr>
            </a:defPPr>
            <a:lvl1pPr>
              <a:defRPr sz="3450" b="1">
                <a:solidFill>
                  <a:srgbClr val="F4F2FC"/>
                </a:solidFill>
              </a:defRPr>
            </a:lvl1pPr>
            <a:lvl2pPr>
              <a:defRPr sz="3450" b="1">
                <a:solidFill>
                  <a:srgbClr val="F4F2FC"/>
                </a:solidFill>
              </a:defRPr>
            </a:lvl2pPr>
            <a:lvl3pPr>
              <a:defRPr sz="3450" b="1">
                <a:solidFill>
                  <a:srgbClr val="F4F2FC"/>
                </a:solidFill>
              </a:defRPr>
            </a:lvl3pPr>
            <a:lvl4pPr>
              <a:defRPr sz="3450" b="1">
                <a:solidFill>
                  <a:srgbClr val="F4F2FC"/>
                </a:solidFill>
              </a:defRPr>
            </a:lvl4pPr>
            <a:lvl5pPr>
              <a:defRPr sz="3450" b="1">
                <a:solidFill>
                  <a:srgbClr val="F4F2FC"/>
                </a:solidFill>
              </a:defRPr>
            </a:lvl5pPr>
            <a:lvl6pPr>
              <a:defRPr sz="3450" b="1">
                <a:solidFill>
                  <a:srgbClr val="F4F2FC"/>
                </a:solidFill>
              </a:defRPr>
            </a:lvl6pPr>
            <a:lvl7pPr>
              <a:defRPr sz="3450" b="1">
                <a:solidFill>
                  <a:srgbClr val="F4F2FC"/>
                </a:solidFill>
              </a:defRPr>
            </a:lvl7pPr>
            <a:lvl8pPr>
              <a:defRPr sz="3450" b="1">
                <a:solidFill>
                  <a:srgbClr val="F4F2FC"/>
                </a:solidFill>
              </a:defRPr>
            </a:lvl8pPr>
            <a:lvl9pPr>
              <a:defRPr sz="3450" b="1">
                <a:solidFill>
                  <a:srgbClr val="F4F2FC"/>
                </a:solidFill>
              </a:defRPr>
            </a:lvl9pPr>
          </a:lstStyle>
          <a:p xmlns:a="http://schemas.openxmlformats.org/drawingml/2006/main">
            <a:pPr>
              <a:defRPr sz="3450" b="1">
                <a:solidFill>
                  <a:srgbClr val="F4F2FC"/>
                </a:solidFill>
              </a:defRPr>
            </a:pPr>
            <a:r>
              <a:rPr sz="3450" b="1">
                <a:solidFill>
                  <a:srgbClr val="F4F2FC"/>
                </a:solidFill>
                <a:latin typeface="Arial"/>
                <a:ea typeface="Arial"/>
                <a:cs typeface="Arial"/>
              </a:rPr>
              <a:t>The student workflow</a:t>
            </a:r>
          </a:p>
        </p:txBody>
      </p:sp>
      <p:sp>
        <p:nvSpPr>
          <p:cNvPr id="2" name="">
            <a:extLst xmlns:a="http://schemas.openxmlformats.org/drawingml/2006/main">
              <a:ext uri="{FF2B5EF4-FFF2-40B4-BE49-F238E27FC236}">
                <a16:creationId xmlns:a16="http://schemas.microsoft.com/office/drawing/2014/main" id="{B14A7A9B-0444-44FA-803A-D08103B7E844}"/>
              </a:ext>
            </a:extLst>
          </p:cNvPr>
          <p:cNvSpPr>
            <a:spLocks xmlns:a="http://schemas.openxmlformats.org/drawingml/2006/main" noGrp="1"/>
          </p:cNvSpPr>
          <p:nvPr/>
        </p:nvSpPr>
        <p:spPr>
          <a:xfrm xmlns:a="http://schemas.openxmlformats.org/drawingml/2006/main">
            <a:off x="704850" y="21621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B69AFF"/>
                </a:solidFill>
              </a:defRPr>
            </a:defPPr>
            <a:lvl1pPr>
              <a:defRPr sz="2550" b="1">
                <a:solidFill>
                  <a:srgbClr val="B69AFF"/>
                </a:solidFill>
              </a:defRPr>
            </a:lvl1pPr>
            <a:lvl2pPr>
              <a:defRPr sz="2550" b="1">
                <a:solidFill>
                  <a:srgbClr val="B69AFF"/>
                </a:solidFill>
              </a:defRPr>
            </a:lvl2pPr>
            <a:lvl3pPr>
              <a:defRPr sz="2550" b="1">
                <a:solidFill>
                  <a:srgbClr val="B69AFF"/>
                </a:solidFill>
              </a:defRPr>
            </a:lvl3pPr>
            <a:lvl4pPr>
              <a:defRPr sz="2550" b="1">
                <a:solidFill>
                  <a:srgbClr val="B69AFF"/>
                </a:solidFill>
              </a:defRPr>
            </a:lvl4pPr>
            <a:lvl5pPr>
              <a:defRPr sz="2550" b="1">
                <a:solidFill>
                  <a:srgbClr val="B69AFF"/>
                </a:solidFill>
              </a:defRPr>
            </a:lvl5pPr>
            <a:lvl6pPr>
              <a:defRPr sz="2550" b="1">
                <a:solidFill>
                  <a:srgbClr val="B69AFF"/>
                </a:solidFill>
              </a:defRPr>
            </a:lvl6pPr>
            <a:lvl7pPr>
              <a:defRPr sz="2550" b="1">
                <a:solidFill>
                  <a:srgbClr val="B69AFF"/>
                </a:solidFill>
              </a:defRPr>
            </a:lvl7pPr>
            <a:lvl8pPr>
              <a:defRPr sz="2550" b="1">
                <a:solidFill>
                  <a:srgbClr val="B69AFF"/>
                </a:solidFill>
              </a:defRPr>
            </a:lvl8pPr>
            <a:lvl9pPr>
              <a:defRPr sz="2550" b="1">
                <a:solidFill>
                  <a:srgbClr val="B69AFF"/>
                </a:solidFill>
              </a:defRPr>
            </a:lvl9pPr>
          </a:lstStyle>
          <a:p xmlns:a="http://schemas.openxmlformats.org/drawingml/2006/main">
            <a:pPr>
              <a:defRPr sz="2550" b="1">
                <a:solidFill>
                  <a:srgbClr val="B69AFF"/>
                </a:solidFill>
              </a:defRPr>
            </a:pPr>
            <a:r>
              <a:rPr sz="2550" b="1">
                <a:solidFill>
                  <a:srgbClr val="B69AFF"/>
                </a:solidFill>
                <a:latin typeface="Arial"/>
                <a:ea typeface="Arial"/>
                <a:cs typeface="Arial"/>
              </a:rPr>
              <a:t>A preference</a:t>
            </a:r>
          </a:p>
        </p:txBody>
      </p:sp>
      <p:sp>
        <p:nvSpPr>
          <p:cNvPr id="3" name="">
            <a:extLst xmlns:a="http://schemas.openxmlformats.org/drawingml/2006/main">
              <a:ext uri="{FF2B5EF4-FFF2-40B4-BE49-F238E27FC236}">
                <a16:creationId xmlns:a16="http://schemas.microsoft.com/office/drawing/2014/main" id="{B01E97D9-386E-4AC6-825B-250580C72B3C}"/>
              </a:ext>
            </a:extLst>
          </p:cNvPr>
          <p:cNvSpPr>
            <a:spLocks xmlns:a="http://schemas.openxmlformats.org/drawingml/2006/main" noGrp="1"/>
          </p:cNvSpPr>
          <p:nvPr/>
        </p:nvSpPr>
        <p:spPr>
          <a:xfrm xmlns:a="http://schemas.openxmlformats.org/drawingml/2006/main">
            <a:off x="704850" y="2914650"/>
            <a:ext cx="46958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F4F2FC"/>
                </a:solidFill>
              </a:defRPr>
            </a:defPPr>
            <a:lvl1pPr>
              <a:defRPr sz="2550" b="0">
                <a:solidFill>
                  <a:srgbClr val="F4F2FC"/>
                </a:solidFill>
              </a:defRPr>
            </a:lvl1pPr>
            <a:lvl2pPr>
              <a:defRPr sz="2550" b="0">
                <a:solidFill>
                  <a:srgbClr val="F4F2FC"/>
                </a:solidFill>
              </a:defRPr>
            </a:lvl2pPr>
            <a:lvl3pPr>
              <a:defRPr sz="2550" b="0">
                <a:solidFill>
                  <a:srgbClr val="F4F2FC"/>
                </a:solidFill>
              </a:defRPr>
            </a:lvl3pPr>
            <a:lvl4pPr>
              <a:defRPr sz="2550" b="0">
                <a:solidFill>
                  <a:srgbClr val="F4F2FC"/>
                </a:solidFill>
              </a:defRPr>
            </a:lvl4pPr>
            <a:lvl5pPr>
              <a:defRPr sz="2550" b="0">
                <a:solidFill>
                  <a:srgbClr val="F4F2FC"/>
                </a:solidFill>
              </a:defRPr>
            </a:lvl5pPr>
            <a:lvl6pPr>
              <a:defRPr sz="2550" b="0">
                <a:solidFill>
                  <a:srgbClr val="F4F2FC"/>
                </a:solidFill>
              </a:defRPr>
            </a:lvl6pPr>
            <a:lvl7pPr>
              <a:defRPr sz="2550" b="0">
                <a:solidFill>
                  <a:srgbClr val="F4F2FC"/>
                </a:solidFill>
              </a:defRPr>
            </a:lvl7pPr>
            <a:lvl8pPr>
              <a:defRPr sz="2550" b="0">
                <a:solidFill>
                  <a:srgbClr val="F4F2FC"/>
                </a:solidFill>
              </a:defRPr>
            </a:lvl8pPr>
            <a:lvl9pPr>
              <a:defRPr sz="2550" b="0">
                <a:solidFill>
                  <a:srgbClr val="F4F2FC"/>
                </a:solidFill>
              </a:defRPr>
            </a:lvl9pPr>
          </a:lstStyle>
          <a:p xmlns:a="http://schemas.openxmlformats.org/drawingml/2006/main">
            <a:pPr>
              <a:defRPr sz="2550" b="0">
                <a:solidFill>
                  <a:srgbClr val="F4F2FC"/>
                </a:solidFill>
              </a:defRPr>
            </a:pPr>
            <a:r>
              <a:rPr sz="2550" b="0">
                <a:solidFill>
                  <a:srgbClr val="F4F2FC"/>
                </a:solidFill>
                <a:latin typeface="Arial"/>
                <a:ea typeface="Arial"/>
                <a:cs typeface="Arial"/>
              </a:rPr>
              <a:t>“Use examples and keep the first explanation short.”</a:t>
            </a:r>
          </a:p>
        </p:txBody>
      </p:sp>
      <p:sp>
        <p:nvSpPr>
          <p:cNvPr id="4" name="">
            <a:extLst xmlns:a="http://schemas.openxmlformats.org/drawingml/2006/main">
              <a:ext uri="{FF2B5EF4-FFF2-40B4-BE49-F238E27FC236}">
                <a16:creationId xmlns:a16="http://schemas.microsoft.com/office/drawing/2014/main" id="{0E42429B-20C6-4073-857A-722A5E46C04D}"/>
              </a:ext>
            </a:extLst>
          </p:cNvPr>
          <p:cNvSpPr>
            <a:spLocks xmlns:a="http://schemas.openxmlformats.org/drawingml/2006/main" noGrp="1"/>
          </p:cNvSpPr>
          <p:nvPr/>
        </p:nvSpPr>
        <p:spPr>
          <a:xfrm xmlns:a="http://schemas.openxmlformats.org/drawingml/2006/main">
            <a:off x="6629400" y="2162175"/>
            <a:ext cx="4543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B69AFF"/>
                </a:solidFill>
              </a:defRPr>
            </a:defPPr>
            <a:lvl1pPr>
              <a:defRPr sz="2550" b="1">
                <a:solidFill>
                  <a:srgbClr val="B69AFF"/>
                </a:solidFill>
              </a:defRPr>
            </a:lvl1pPr>
            <a:lvl2pPr>
              <a:defRPr sz="2550" b="1">
                <a:solidFill>
                  <a:srgbClr val="B69AFF"/>
                </a:solidFill>
              </a:defRPr>
            </a:lvl2pPr>
            <a:lvl3pPr>
              <a:defRPr sz="2550" b="1">
                <a:solidFill>
                  <a:srgbClr val="B69AFF"/>
                </a:solidFill>
              </a:defRPr>
            </a:lvl3pPr>
            <a:lvl4pPr>
              <a:defRPr sz="2550" b="1">
                <a:solidFill>
                  <a:srgbClr val="B69AFF"/>
                </a:solidFill>
              </a:defRPr>
            </a:lvl4pPr>
            <a:lvl5pPr>
              <a:defRPr sz="2550" b="1">
                <a:solidFill>
                  <a:srgbClr val="B69AFF"/>
                </a:solidFill>
              </a:defRPr>
            </a:lvl5pPr>
            <a:lvl6pPr>
              <a:defRPr sz="2550" b="1">
                <a:solidFill>
                  <a:srgbClr val="B69AFF"/>
                </a:solidFill>
              </a:defRPr>
            </a:lvl6pPr>
            <a:lvl7pPr>
              <a:defRPr sz="2550" b="1">
                <a:solidFill>
                  <a:srgbClr val="B69AFF"/>
                </a:solidFill>
              </a:defRPr>
            </a:lvl7pPr>
            <a:lvl8pPr>
              <a:defRPr sz="2550" b="1">
                <a:solidFill>
                  <a:srgbClr val="B69AFF"/>
                </a:solidFill>
              </a:defRPr>
            </a:lvl8pPr>
            <a:lvl9pPr>
              <a:defRPr sz="2550" b="1">
                <a:solidFill>
                  <a:srgbClr val="B69AFF"/>
                </a:solidFill>
              </a:defRPr>
            </a:lvl9pPr>
          </a:lstStyle>
          <a:p xmlns:a="http://schemas.openxmlformats.org/drawingml/2006/main">
            <a:pPr>
              <a:defRPr sz="2550" b="1">
                <a:solidFill>
                  <a:srgbClr val="B69AFF"/>
                </a:solidFill>
              </a:defRPr>
            </a:pPr>
            <a:r>
              <a:rPr sz="2550" b="1">
                <a:solidFill>
                  <a:srgbClr val="B69AFF"/>
                </a:solidFill>
                <a:latin typeface="Arial"/>
                <a:ea typeface="Arial"/>
                <a:cs typeface="Arial"/>
              </a:rPr>
              <a:t>A practice attempt</a:t>
            </a:r>
          </a:p>
        </p:txBody>
      </p:sp>
      <p:sp>
        <p:nvSpPr>
          <p:cNvPr id="5" name="">
            <a:extLst xmlns:a="http://schemas.openxmlformats.org/drawingml/2006/main">
              <a:ext uri="{FF2B5EF4-FFF2-40B4-BE49-F238E27FC236}">
                <a16:creationId xmlns:a16="http://schemas.microsoft.com/office/drawing/2014/main" id="{4170F331-59BF-4AF6-B4CE-AE6FC3796478}"/>
              </a:ext>
            </a:extLst>
          </p:cNvPr>
          <p:cNvSpPr>
            <a:spLocks xmlns:a="http://schemas.openxmlformats.org/drawingml/2006/main" noGrp="1"/>
          </p:cNvSpPr>
          <p:nvPr/>
        </p:nvSpPr>
        <p:spPr>
          <a:xfrm xmlns:a="http://schemas.openxmlformats.org/drawingml/2006/main">
            <a:off x="6629400" y="2914650"/>
            <a:ext cx="45529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F4F2FC"/>
                </a:solidFill>
              </a:defRPr>
            </a:defPPr>
            <a:lvl1pPr>
              <a:defRPr sz="2550" b="0">
                <a:solidFill>
                  <a:srgbClr val="F4F2FC"/>
                </a:solidFill>
              </a:defRPr>
            </a:lvl1pPr>
            <a:lvl2pPr>
              <a:defRPr sz="2550" b="0">
                <a:solidFill>
                  <a:srgbClr val="F4F2FC"/>
                </a:solidFill>
              </a:defRPr>
            </a:lvl2pPr>
            <a:lvl3pPr>
              <a:defRPr sz="2550" b="0">
                <a:solidFill>
                  <a:srgbClr val="F4F2FC"/>
                </a:solidFill>
              </a:defRPr>
            </a:lvl3pPr>
            <a:lvl4pPr>
              <a:defRPr sz="2550" b="0">
                <a:solidFill>
                  <a:srgbClr val="F4F2FC"/>
                </a:solidFill>
              </a:defRPr>
            </a:lvl4pPr>
            <a:lvl5pPr>
              <a:defRPr sz="2550" b="0">
                <a:solidFill>
                  <a:srgbClr val="F4F2FC"/>
                </a:solidFill>
              </a:defRPr>
            </a:lvl5pPr>
            <a:lvl6pPr>
              <a:defRPr sz="2550" b="0">
                <a:solidFill>
                  <a:srgbClr val="F4F2FC"/>
                </a:solidFill>
              </a:defRPr>
            </a:lvl6pPr>
            <a:lvl7pPr>
              <a:defRPr sz="2550" b="0">
                <a:solidFill>
                  <a:srgbClr val="F4F2FC"/>
                </a:solidFill>
              </a:defRPr>
            </a:lvl7pPr>
            <a:lvl8pPr>
              <a:defRPr sz="2550" b="0">
                <a:solidFill>
                  <a:srgbClr val="F4F2FC"/>
                </a:solidFill>
              </a:defRPr>
            </a:lvl8pPr>
            <a:lvl9pPr>
              <a:defRPr sz="2550" b="0">
                <a:solidFill>
                  <a:srgbClr val="F4F2FC"/>
                </a:solidFill>
              </a:defRPr>
            </a:lvl9pPr>
          </a:lstStyle>
          <a:p xmlns:a="http://schemas.openxmlformats.org/drawingml/2006/main">
            <a:pPr>
              <a:defRPr sz="2550" b="0">
                <a:solidFill>
                  <a:srgbClr val="F4F2FC"/>
                </a:solidFill>
              </a:defRPr>
            </a:pPr>
            <a:r>
              <a:rPr sz="2550" b="0">
                <a:solidFill>
                  <a:srgbClr val="F4F2FC"/>
                </a:solidFill>
                <a:latin typeface="Arial"/>
                <a:ea typeface="Arial"/>
                <a:cs typeface="Arial"/>
              </a:rPr>
              <a:t>“I tried the problem. What should I work on next?”</a:t>
            </a:r>
          </a:p>
        </p:txBody>
      </p:sp>
      <p:sp>
        <p:nvSpPr>
          <p:cNvPr id="6" name="">
            <a:extLst xmlns:a="http://schemas.openxmlformats.org/drawingml/2006/main">
              <a:ext uri="{FF2B5EF4-FFF2-40B4-BE49-F238E27FC236}">
                <a16:creationId xmlns:a16="http://schemas.microsoft.com/office/drawing/2014/main" id="{79C2B115-303B-46DC-B69A-FB7B2EADC370}"/>
              </a:ext>
            </a:extLst>
          </p:cNvPr>
          <p:cNvSpPr>
            <a:spLocks xmlns:a="http://schemas.openxmlformats.org/drawingml/2006/main" noGrp="1"/>
          </p:cNvSpPr>
          <p:nvPr/>
        </p:nvSpPr>
        <p:spPr>
          <a:xfrm xmlns:a="http://schemas.openxmlformats.org/drawingml/2006/main">
            <a:off x="704850" y="5286375"/>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B5B2CB"/>
                </a:solidFill>
              </a:defRPr>
            </a:defPPr>
            <a:lvl1pPr>
              <a:defRPr sz="2100" b="0">
                <a:solidFill>
                  <a:srgbClr val="B5B2CB"/>
                </a:solidFill>
              </a:defRPr>
            </a:lvl1pPr>
            <a:lvl2pPr>
              <a:defRPr sz="2100" b="0">
                <a:solidFill>
                  <a:srgbClr val="B5B2CB"/>
                </a:solidFill>
              </a:defRPr>
            </a:lvl2pPr>
            <a:lvl3pPr>
              <a:defRPr sz="2100" b="0">
                <a:solidFill>
                  <a:srgbClr val="B5B2CB"/>
                </a:solidFill>
              </a:defRPr>
            </a:lvl3pPr>
            <a:lvl4pPr>
              <a:defRPr sz="2100" b="0">
                <a:solidFill>
                  <a:srgbClr val="B5B2CB"/>
                </a:solidFill>
              </a:defRPr>
            </a:lvl4pPr>
            <a:lvl5pPr>
              <a:defRPr sz="2100" b="0">
                <a:solidFill>
                  <a:srgbClr val="B5B2CB"/>
                </a:solidFill>
              </a:defRPr>
            </a:lvl5pPr>
            <a:lvl6pPr>
              <a:defRPr sz="2100" b="0">
                <a:solidFill>
                  <a:srgbClr val="B5B2CB"/>
                </a:solidFill>
              </a:defRPr>
            </a:lvl6pPr>
            <a:lvl7pPr>
              <a:defRPr sz="2100" b="0">
                <a:solidFill>
                  <a:srgbClr val="B5B2CB"/>
                </a:solidFill>
              </a:defRPr>
            </a:lvl7pPr>
            <a:lvl8pPr>
              <a:defRPr sz="2100" b="0">
                <a:solidFill>
                  <a:srgbClr val="B5B2CB"/>
                </a:solidFill>
              </a:defRPr>
            </a:lvl8pPr>
            <a:lvl9pPr>
              <a:defRPr sz="2100" b="0">
                <a:solidFill>
                  <a:srgbClr val="B5B2CB"/>
                </a:solidFill>
              </a:defRPr>
            </a:lvl9pPr>
          </a:lstStyle>
          <a:p xmlns:a="http://schemas.openxmlformats.org/drawingml/2006/main">
            <a:pPr>
              <a:defRPr sz="2100" b="0">
                <a:solidFill>
                  <a:srgbClr val="B5B2CB"/>
                </a:solidFill>
              </a:defRPr>
            </a:pPr>
            <a:r>
              <a:rPr sz="2100" b="0">
                <a:solidFill>
                  <a:srgbClr val="B5B2CB"/>
                </a:solidFill>
                <a:latin typeface="Arial"/>
                <a:ea typeface="Arial"/>
                <a:cs typeface="Arial"/>
              </a:rPr>
              <a:t>Product hypothesis: useful context and next steps belong in one inspectable workspace.</a:t>
            </a:r>
          </a:p>
        </p:txBody>
      </p:sp>
    </p:spTree>
    <p:extLst>
      <p:ext uri="{BB962C8B-B14F-4D97-AF65-F5344CB8AC3E}">
        <p14:creationId xmlns:p14="http://schemas.microsoft.com/office/powerpoint/2010/main" val="1517646409"/>
      </p:ext>
    </p:extLst>
  </p:cSld>
</p:sld>
</file>

<file path=ppt/slides/slide3.xml><?xml version="1.0" encoding="utf-8"?>
<p:sld xmlns:p="http://schemas.openxmlformats.org/presentationml/2006/main">
  <p:cSld>
    <p:bg>
      <p:bgPr>
        <a:solidFill xmlns:a="http://schemas.openxmlformats.org/drawingml/2006/main">
          <a:srgbClr val="0B0D1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B13D92E-4A19-44C8-BD51-5839D25C3D31}"/>
              </a:ext>
            </a:extLst>
          </p:cNvPr>
          <p:cNvSpPr>
            <a:spLocks xmlns:a="http://schemas.openxmlformats.org/drawingml/2006/main" noGrp="1"/>
          </p:cNvSpPr>
          <p:nvPr/>
        </p:nvSpPr>
        <p:spPr>
          <a:xfrm xmlns:a="http://schemas.openxmlformats.org/drawingml/2006/main">
            <a:off x="685800" y="6286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2FC"/>
                </a:solidFill>
              </a:defRPr>
            </a:defPPr>
            <a:lvl1pPr>
              <a:defRPr sz="3450" b="1">
                <a:solidFill>
                  <a:srgbClr val="F4F2FC"/>
                </a:solidFill>
              </a:defRPr>
            </a:lvl1pPr>
            <a:lvl2pPr>
              <a:defRPr sz="3450" b="1">
                <a:solidFill>
                  <a:srgbClr val="F4F2FC"/>
                </a:solidFill>
              </a:defRPr>
            </a:lvl2pPr>
            <a:lvl3pPr>
              <a:defRPr sz="3450" b="1">
                <a:solidFill>
                  <a:srgbClr val="F4F2FC"/>
                </a:solidFill>
              </a:defRPr>
            </a:lvl3pPr>
            <a:lvl4pPr>
              <a:defRPr sz="3450" b="1">
                <a:solidFill>
                  <a:srgbClr val="F4F2FC"/>
                </a:solidFill>
              </a:defRPr>
            </a:lvl4pPr>
            <a:lvl5pPr>
              <a:defRPr sz="3450" b="1">
                <a:solidFill>
                  <a:srgbClr val="F4F2FC"/>
                </a:solidFill>
              </a:defRPr>
            </a:lvl5pPr>
            <a:lvl6pPr>
              <a:defRPr sz="3450" b="1">
                <a:solidFill>
                  <a:srgbClr val="F4F2FC"/>
                </a:solidFill>
              </a:defRPr>
            </a:lvl6pPr>
            <a:lvl7pPr>
              <a:defRPr sz="3450" b="1">
                <a:solidFill>
                  <a:srgbClr val="F4F2FC"/>
                </a:solidFill>
              </a:defRPr>
            </a:lvl7pPr>
            <a:lvl8pPr>
              <a:defRPr sz="3450" b="1">
                <a:solidFill>
                  <a:srgbClr val="F4F2FC"/>
                </a:solidFill>
              </a:defRPr>
            </a:lvl8pPr>
            <a:lvl9pPr>
              <a:defRPr sz="3450" b="1">
                <a:solidFill>
                  <a:srgbClr val="F4F2FC"/>
                </a:solidFill>
              </a:defRPr>
            </a:lvl9pPr>
          </a:lstStyle>
          <a:p xmlns:a="http://schemas.openxmlformats.org/drawingml/2006/main">
            <a:pPr>
              <a:defRPr sz="3450" b="1">
                <a:solidFill>
                  <a:srgbClr val="F4F2FC"/>
                </a:solidFill>
              </a:defRPr>
            </a:pPr>
            <a:r>
              <a:rPr sz="3450" b="1">
                <a:solidFill>
                  <a:srgbClr val="F4F2FC"/>
                </a:solidFill>
                <a:latin typeface="Arial"/>
                <a:ea typeface="Arial"/>
                <a:cs typeface="Arial"/>
              </a:rPr>
              <a:t>One coherent journey</a:t>
            </a:r>
          </a:p>
        </p:txBody>
      </p:sp>
      <p:sp>
        <p:nvSpPr>
          <p:cNvPr id="2" name="">
            <a:extLst xmlns:a="http://schemas.openxmlformats.org/drawingml/2006/main">
              <a:ext uri="{FF2B5EF4-FFF2-40B4-BE49-F238E27FC236}">
                <a16:creationId xmlns:a16="http://schemas.microsoft.com/office/drawing/2014/main" id="{7209B610-3161-40AF-9FDA-376645C7A0C9}"/>
              </a:ext>
            </a:extLst>
          </p:cNvPr>
          <p:cNvSpPr>
            <a:spLocks xmlns:a="http://schemas.openxmlformats.org/drawingml/2006/main" noGrp="1"/>
          </p:cNvSpPr>
          <p:nvPr/>
        </p:nvSpPr>
        <p:spPr>
          <a:xfrm xmlns:a="http://schemas.openxmlformats.org/drawingml/2006/main">
            <a:off x="704850" y="1952625"/>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B69AFF"/>
                </a:solidFill>
              </a:defRPr>
            </a:defPPr>
            <a:lvl1pPr>
              <a:defRPr sz="2250" b="1">
                <a:solidFill>
                  <a:srgbClr val="B69AFF"/>
                </a:solidFill>
              </a:defRPr>
            </a:lvl1pPr>
            <a:lvl2pPr>
              <a:defRPr sz="2250" b="1">
                <a:solidFill>
                  <a:srgbClr val="B69AFF"/>
                </a:solidFill>
              </a:defRPr>
            </a:lvl2pPr>
            <a:lvl3pPr>
              <a:defRPr sz="2250" b="1">
                <a:solidFill>
                  <a:srgbClr val="B69AFF"/>
                </a:solidFill>
              </a:defRPr>
            </a:lvl3pPr>
            <a:lvl4pPr>
              <a:defRPr sz="2250" b="1">
                <a:solidFill>
                  <a:srgbClr val="B69AFF"/>
                </a:solidFill>
              </a:defRPr>
            </a:lvl4pPr>
            <a:lvl5pPr>
              <a:defRPr sz="2250" b="1">
                <a:solidFill>
                  <a:srgbClr val="B69AFF"/>
                </a:solidFill>
              </a:defRPr>
            </a:lvl5pPr>
            <a:lvl6pPr>
              <a:defRPr sz="2250" b="1">
                <a:solidFill>
                  <a:srgbClr val="B69AFF"/>
                </a:solidFill>
              </a:defRPr>
            </a:lvl6pPr>
            <a:lvl7pPr>
              <a:defRPr sz="2250" b="1">
                <a:solidFill>
                  <a:srgbClr val="B69AFF"/>
                </a:solidFill>
              </a:defRPr>
            </a:lvl7pPr>
            <a:lvl8pPr>
              <a:defRPr sz="2250" b="1">
                <a:solidFill>
                  <a:srgbClr val="B69AFF"/>
                </a:solidFill>
              </a:defRPr>
            </a:lvl8pPr>
            <a:lvl9pPr>
              <a:defRPr sz="2250" b="1">
                <a:solidFill>
                  <a:srgbClr val="B69AFF"/>
                </a:solidFill>
              </a:defRPr>
            </a:lvl9pPr>
          </a:lstStyle>
          <a:p xmlns:a="http://schemas.openxmlformats.org/drawingml/2006/main">
            <a:pPr>
              <a:defRPr sz="2250" b="1">
                <a:solidFill>
                  <a:srgbClr val="B69AFF"/>
                </a:solidFill>
              </a:defRPr>
            </a:pPr>
            <a:r>
              <a:rPr sz="2250" b="1">
                <a:solidFill>
                  <a:srgbClr val="B69AF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FC6B94C-A12D-4339-A5B0-3944AA0F212E}"/>
              </a:ext>
            </a:extLst>
          </p:cNvPr>
          <p:cNvSpPr>
            <a:spLocks xmlns:a="http://schemas.openxmlformats.org/drawingml/2006/main" noGrp="1"/>
          </p:cNvSpPr>
          <p:nvPr/>
        </p:nvSpPr>
        <p:spPr>
          <a:xfrm xmlns:a="http://schemas.openxmlformats.org/drawingml/2006/main">
            <a:off x="1695450" y="1952625"/>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4F2FC"/>
                </a:solidFill>
              </a:defRPr>
            </a:defPPr>
            <a:lvl1pPr>
              <a:defRPr sz="2400" b="1">
                <a:solidFill>
                  <a:srgbClr val="F4F2FC"/>
                </a:solidFill>
              </a:defRPr>
            </a:lvl1pPr>
            <a:lvl2pPr>
              <a:defRPr sz="2400" b="1">
                <a:solidFill>
                  <a:srgbClr val="F4F2FC"/>
                </a:solidFill>
              </a:defRPr>
            </a:lvl2pPr>
            <a:lvl3pPr>
              <a:defRPr sz="2400" b="1">
                <a:solidFill>
                  <a:srgbClr val="F4F2FC"/>
                </a:solidFill>
              </a:defRPr>
            </a:lvl3pPr>
            <a:lvl4pPr>
              <a:defRPr sz="2400" b="1">
                <a:solidFill>
                  <a:srgbClr val="F4F2FC"/>
                </a:solidFill>
              </a:defRPr>
            </a:lvl4pPr>
            <a:lvl5pPr>
              <a:defRPr sz="2400" b="1">
                <a:solidFill>
                  <a:srgbClr val="F4F2FC"/>
                </a:solidFill>
              </a:defRPr>
            </a:lvl5pPr>
            <a:lvl6pPr>
              <a:defRPr sz="2400" b="1">
                <a:solidFill>
                  <a:srgbClr val="F4F2FC"/>
                </a:solidFill>
              </a:defRPr>
            </a:lvl6pPr>
            <a:lvl7pPr>
              <a:defRPr sz="2400" b="1">
                <a:solidFill>
                  <a:srgbClr val="F4F2FC"/>
                </a:solidFill>
              </a:defRPr>
            </a:lvl7pPr>
            <a:lvl8pPr>
              <a:defRPr sz="2400" b="1">
                <a:solidFill>
                  <a:srgbClr val="F4F2FC"/>
                </a:solidFill>
              </a:defRPr>
            </a:lvl8pPr>
            <a:lvl9pPr>
              <a:defRPr sz="2400" b="1">
                <a:solidFill>
                  <a:srgbClr val="F4F2FC"/>
                </a:solidFill>
              </a:defRPr>
            </a:lvl9pPr>
          </a:lstStyle>
          <a:p xmlns:a="http://schemas.openxmlformats.org/drawingml/2006/main">
            <a:pPr>
              <a:defRPr sz="2400" b="1">
                <a:solidFill>
                  <a:srgbClr val="F4F2FC"/>
                </a:solidFill>
              </a:defRPr>
            </a:pPr>
            <a:r>
              <a:rPr sz="2400" b="1">
                <a:solidFill>
                  <a:srgbClr val="F4F2FC"/>
                </a:solidFill>
                <a:latin typeface="Arial"/>
                <a:ea typeface="Arial"/>
                <a:cs typeface="Arial"/>
              </a:rPr>
              <a:t>Memory</a:t>
            </a:r>
          </a:p>
        </p:txBody>
      </p:sp>
      <p:sp>
        <p:nvSpPr>
          <p:cNvPr id="4" name="">
            <a:extLst xmlns:a="http://schemas.openxmlformats.org/drawingml/2006/main">
              <a:ext uri="{FF2B5EF4-FFF2-40B4-BE49-F238E27FC236}">
                <a16:creationId xmlns:a16="http://schemas.microsoft.com/office/drawing/2014/main" id="{30111D8D-20FE-4C4B-9452-FF75E89C06F8}"/>
              </a:ext>
            </a:extLst>
          </p:cNvPr>
          <p:cNvSpPr>
            <a:spLocks xmlns:a="http://schemas.openxmlformats.org/drawingml/2006/main" noGrp="1"/>
          </p:cNvSpPr>
          <p:nvPr/>
        </p:nvSpPr>
        <p:spPr>
          <a:xfrm xmlns:a="http://schemas.openxmlformats.org/drawingml/2006/main">
            <a:off x="4095750" y="1952625"/>
            <a:ext cx="70770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5B2CB"/>
                </a:solidFill>
              </a:defRPr>
            </a:defPPr>
            <a:lvl1pPr>
              <a:defRPr sz="2025" b="0">
                <a:solidFill>
                  <a:srgbClr val="B5B2CB"/>
                </a:solidFill>
              </a:defRPr>
            </a:lvl1pPr>
            <a:lvl2pPr>
              <a:defRPr sz="2025" b="0">
                <a:solidFill>
                  <a:srgbClr val="B5B2CB"/>
                </a:solidFill>
              </a:defRPr>
            </a:lvl2pPr>
            <a:lvl3pPr>
              <a:defRPr sz="2025" b="0">
                <a:solidFill>
                  <a:srgbClr val="B5B2CB"/>
                </a:solidFill>
              </a:defRPr>
            </a:lvl3pPr>
            <a:lvl4pPr>
              <a:defRPr sz="2025" b="0">
                <a:solidFill>
                  <a:srgbClr val="B5B2CB"/>
                </a:solidFill>
              </a:defRPr>
            </a:lvl4pPr>
            <a:lvl5pPr>
              <a:defRPr sz="2025" b="0">
                <a:solidFill>
                  <a:srgbClr val="B5B2CB"/>
                </a:solidFill>
              </a:defRPr>
            </a:lvl5pPr>
            <a:lvl6pPr>
              <a:defRPr sz="2025" b="0">
                <a:solidFill>
                  <a:srgbClr val="B5B2CB"/>
                </a:solidFill>
              </a:defRPr>
            </a:lvl6pPr>
            <a:lvl7pPr>
              <a:defRPr sz="2025" b="0">
                <a:solidFill>
                  <a:srgbClr val="B5B2CB"/>
                </a:solidFill>
              </a:defRPr>
            </a:lvl7pPr>
            <a:lvl8pPr>
              <a:defRPr sz="2025" b="0">
                <a:solidFill>
                  <a:srgbClr val="B5B2CB"/>
                </a:solidFill>
              </a:defRPr>
            </a:lvl8pPr>
            <a:lvl9pPr>
              <a:defRPr sz="2025" b="0">
                <a:solidFill>
                  <a:srgbClr val="B5B2CB"/>
                </a:solidFill>
              </a:defRPr>
            </a:lvl9pPr>
          </a:lstStyle>
          <a:p xmlns:a="http://schemas.openxmlformats.org/drawingml/2006/main">
            <a:pPr>
              <a:defRPr sz="2025" b="0">
                <a:solidFill>
                  <a:srgbClr val="B5B2CB"/>
                </a:solidFill>
              </a:defRPr>
            </a:pPr>
            <a:r>
              <a:rPr sz="2025" b="0">
                <a:solidFill>
                  <a:srgbClr val="B5B2CB"/>
                </a:solidFill>
                <a:latin typeface="Arial"/>
                <a:ea typeface="Arial"/>
                <a:cs typeface="Arial"/>
              </a:rPr>
              <a:t>Save a preference, then inspect or correct it.</a:t>
            </a:r>
          </a:p>
        </p:txBody>
      </p:sp>
      <p:sp>
        <p:nvSpPr>
          <p:cNvPr id="5" name="">
            <a:extLst xmlns:a="http://schemas.openxmlformats.org/drawingml/2006/main">
              <a:ext uri="{FF2B5EF4-FFF2-40B4-BE49-F238E27FC236}">
                <a16:creationId xmlns:a16="http://schemas.microsoft.com/office/drawing/2014/main" id="{5B9A5ECD-7B0B-4A17-850E-380829BDE0DA}"/>
              </a:ext>
            </a:extLst>
          </p:cNvPr>
          <p:cNvSpPr>
            <a:spLocks xmlns:a="http://schemas.openxmlformats.org/drawingml/2006/main" noGrp="1"/>
          </p:cNvSpPr>
          <p:nvPr/>
        </p:nvSpPr>
        <p:spPr>
          <a:xfrm xmlns:a="http://schemas.openxmlformats.org/drawingml/2006/main">
            <a:off x="704850" y="2943225"/>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B69AFF"/>
                </a:solidFill>
              </a:defRPr>
            </a:defPPr>
            <a:lvl1pPr>
              <a:defRPr sz="2250" b="1">
                <a:solidFill>
                  <a:srgbClr val="B69AFF"/>
                </a:solidFill>
              </a:defRPr>
            </a:lvl1pPr>
            <a:lvl2pPr>
              <a:defRPr sz="2250" b="1">
                <a:solidFill>
                  <a:srgbClr val="B69AFF"/>
                </a:solidFill>
              </a:defRPr>
            </a:lvl2pPr>
            <a:lvl3pPr>
              <a:defRPr sz="2250" b="1">
                <a:solidFill>
                  <a:srgbClr val="B69AFF"/>
                </a:solidFill>
              </a:defRPr>
            </a:lvl3pPr>
            <a:lvl4pPr>
              <a:defRPr sz="2250" b="1">
                <a:solidFill>
                  <a:srgbClr val="B69AFF"/>
                </a:solidFill>
              </a:defRPr>
            </a:lvl4pPr>
            <a:lvl5pPr>
              <a:defRPr sz="2250" b="1">
                <a:solidFill>
                  <a:srgbClr val="B69AFF"/>
                </a:solidFill>
              </a:defRPr>
            </a:lvl5pPr>
            <a:lvl6pPr>
              <a:defRPr sz="2250" b="1">
                <a:solidFill>
                  <a:srgbClr val="B69AFF"/>
                </a:solidFill>
              </a:defRPr>
            </a:lvl6pPr>
            <a:lvl7pPr>
              <a:defRPr sz="2250" b="1">
                <a:solidFill>
                  <a:srgbClr val="B69AFF"/>
                </a:solidFill>
              </a:defRPr>
            </a:lvl7pPr>
            <a:lvl8pPr>
              <a:defRPr sz="2250" b="1">
                <a:solidFill>
                  <a:srgbClr val="B69AFF"/>
                </a:solidFill>
              </a:defRPr>
            </a:lvl8pPr>
            <a:lvl9pPr>
              <a:defRPr sz="2250" b="1">
                <a:solidFill>
                  <a:srgbClr val="B69AFF"/>
                </a:solidFill>
              </a:defRPr>
            </a:lvl9pPr>
          </a:lstStyle>
          <a:p xmlns:a="http://schemas.openxmlformats.org/drawingml/2006/main">
            <a:pPr>
              <a:defRPr sz="2250" b="1">
                <a:solidFill>
                  <a:srgbClr val="B69AFF"/>
                </a:solidFill>
              </a:defRPr>
            </a:pPr>
            <a:r>
              <a:rPr sz="2250" b="1">
                <a:solidFill>
                  <a:srgbClr val="B69AF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97E1759-3A10-47DB-8C02-63FD191B6FCA}"/>
              </a:ext>
            </a:extLst>
          </p:cNvPr>
          <p:cNvSpPr>
            <a:spLocks xmlns:a="http://schemas.openxmlformats.org/drawingml/2006/main" noGrp="1"/>
          </p:cNvSpPr>
          <p:nvPr/>
        </p:nvSpPr>
        <p:spPr>
          <a:xfrm xmlns:a="http://schemas.openxmlformats.org/drawingml/2006/main">
            <a:off x="1695450" y="2943225"/>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4F2FC"/>
                </a:solidFill>
              </a:defRPr>
            </a:defPPr>
            <a:lvl1pPr>
              <a:defRPr sz="2400" b="1">
                <a:solidFill>
                  <a:srgbClr val="F4F2FC"/>
                </a:solidFill>
              </a:defRPr>
            </a:lvl1pPr>
            <a:lvl2pPr>
              <a:defRPr sz="2400" b="1">
                <a:solidFill>
                  <a:srgbClr val="F4F2FC"/>
                </a:solidFill>
              </a:defRPr>
            </a:lvl2pPr>
            <a:lvl3pPr>
              <a:defRPr sz="2400" b="1">
                <a:solidFill>
                  <a:srgbClr val="F4F2FC"/>
                </a:solidFill>
              </a:defRPr>
            </a:lvl3pPr>
            <a:lvl4pPr>
              <a:defRPr sz="2400" b="1">
                <a:solidFill>
                  <a:srgbClr val="F4F2FC"/>
                </a:solidFill>
              </a:defRPr>
            </a:lvl4pPr>
            <a:lvl5pPr>
              <a:defRPr sz="2400" b="1">
                <a:solidFill>
                  <a:srgbClr val="F4F2FC"/>
                </a:solidFill>
              </a:defRPr>
            </a:lvl5pPr>
            <a:lvl6pPr>
              <a:defRPr sz="2400" b="1">
                <a:solidFill>
                  <a:srgbClr val="F4F2FC"/>
                </a:solidFill>
              </a:defRPr>
            </a:lvl6pPr>
            <a:lvl7pPr>
              <a:defRPr sz="2400" b="1">
                <a:solidFill>
                  <a:srgbClr val="F4F2FC"/>
                </a:solidFill>
              </a:defRPr>
            </a:lvl7pPr>
            <a:lvl8pPr>
              <a:defRPr sz="2400" b="1">
                <a:solidFill>
                  <a:srgbClr val="F4F2FC"/>
                </a:solidFill>
              </a:defRPr>
            </a:lvl8pPr>
            <a:lvl9pPr>
              <a:defRPr sz="2400" b="1">
                <a:solidFill>
                  <a:srgbClr val="F4F2FC"/>
                </a:solidFill>
              </a:defRPr>
            </a:lvl9pPr>
          </a:lstStyle>
          <a:p xmlns:a="http://schemas.openxmlformats.org/drawingml/2006/main">
            <a:pPr>
              <a:defRPr sz="2400" b="1">
                <a:solidFill>
                  <a:srgbClr val="F4F2FC"/>
                </a:solidFill>
              </a:defRPr>
            </a:pPr>
            <a:r>
              <a:rPr sz="2400" b="1">
                <a:solidFill>
                  <a:srgbClr val="F4F2FC"/>
                </a:solidFill>
                <a:latin typeface="Arial"/>
                <a:ea typeface="Arial"/>
                <a:cs typeface="Arial"/>
              </a:rPr>
              <a:t>Practice</a:t>
            </a:r>
          </a:p>
        </p:txBody>
      </p:sp>
      <p:sp>
        <p:nvSpPr>
          <p:cNvPr id="7" name="">
            <a:extLst xmlns:a="http://schemas.openxmlformats.org/drawingml/2006/main">
              <a:ext uri="{FF2B5EF4-FFF2-40B4-BE49-F238E27FC236}">
                <a16:creationId xmlns:a16="http://schemas.microsoft.com/office/drawing/2014/main" id="{2CEAB8AC-D388-4942-955D-08570CB3089B}"/>
              </a:ext>
            </a:extLst>
          </p:cNvPr>
          <p:cNvSpPr>
            <a:spLocks xmlns:a="http://schemas.openxmlformats.org/drawingml/2006/main" noGrp="1"/>
          </p:cNvSpPr>
          <p:nvPr/>
        </p:nvSpPr>
        <p:spPr>
          <a:xfrm xmlns:a="http://schemas.openxmlformats.org/drawingml/2006/main">
            <a:off x="4095750" y="2943225"/>
            <a:ext cx="70770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5B2CB"/>
                </a:solidFill>
              </a:defRPr>
            </a:defPPr>
            <a:lvl1pPr>
              <a:defRPr sz="2025" b="0">
                <a:solidFill>
                  <a:srgbClr val="B5B2CB"/>
                </a:solidFill>
              </a:defRPr>
            </a:lvl1pPr>
            <a:lvl2pPr>
              <a:defRPr sz="2025" b="0">
                <a:solidFill>
                  <a:srgbClr val="B5B2CB"/>
                </a:solidFill>
              </a:defRPr>
            </a:lvl2pPr>
            <a:lvl3pPr>
              <a:defRPr sz="2025" b="0">
                <a:solidFill>
                  <a:srgbClr val="B5B2CB"/>
                </a:solidFill>
              </a:defRPr>
            </a:lvl3pPr>
            <a:lvl4pPr>
              <a:defRPr sz="2025" b="0">
                <a:solidFill>
                  <a:srgbClr val="B5B2CB"/>
                </a:solidFill>
              </a:defRPr>
            </a:lvl4pPr>
            <a:lvl5pPr>
              <a:defRPr sz="2025" b="0">
                <a:solidFill>
                  <a:srgbClr val="B5B2CB"/>
                </a:solidFill>
              </a:defRPr>
            </a:lvl5pPr>
            <a:lvl6pPr>
              <a:defRPr sz="2025" b="0">
                <a:solidFill>
                  <a:srgbClr val="B5B2CB"/>
                </a:solidFill>
              </a:defRPr>
            </a:lvl6pPr>
            <a:lvl7pPr>
              <a:defRPr sz="2025" b="0">
                <a:solidFill>
                  <a:srgbClr val="B5B2CB"/>
                </a:solidFill>
              </a:defRPr>
            </a:lvl7pPr>
            <a:lvl8pPr>
              <a:defRPr sz="2025" b="0">
                <a:solidFill>
                  <a:srgbClr val="B5B2CB"/>
                </a:solidFill>
              </a:defRPr>
            </a:lvl8pPr>
            <a:lvl9pPr>
              <a:defRPr sz="2025" b="0">
                <a:solidFill>
                  <a:srgbClr val="B5B2CB"/>
                </a:solidFill>
              </a:defRPr>
            </a:lvl9pPr>
          </a:lstStyle>
          <a:p xmlns:a="http://schemas.openxmlformats.org/drawingml/2006/main">
            <a:pPr>
              <a:defRPr sz="2025" b="0">
                <a:solidFill>
                  <a:srgbClr val="B5B2CB"/>
                </a:solidFill>
              </a:defRPr>
            </a:pPr>
            <a:r>
              <a:rPr sz="2025" b="0">
                <a:solidFill>
                  <a:srgbClr val="B5B2CB"/>
                </a:solidFill>
                <a:latin typeface="Arial"/>
                <a:ea typeface="Arial"/>
                <a:cs typeface="Arial"/>
              </a:rPr>
              <a:t>Attempt a problem, request a hint, and try again.</a:t>
            </a:r>
          </a:p>
        </p:txBody>
      </p:sp>
      <p:sp>
        <p:nvSpPr>
          <p:cNvPr id="8" name="">
            <a:extLst xmlns:a="http://schemas.openxmlformats.org/drawingml/2006/main">
              <a:ext uri="{FF2B5EF4-FFF2-40B4-BE49-F238E27FC236}">
                <a16:creationId xmlns:a16="http://schemas.microsoft.com/office/drawing/2014/main" id="{D5AE86E2-6714-4CBC-915B-988A570CCDC0}"/>
              </a:ext>
            </a:extLst>
          </p:cNvPr>
          <p:cNvSpPr>
            <a:spLocks xmlns:a="http://schemas.openxmlformats.org/drawingml/2006/main" noGrp="1"/>
          </p:cNvSpPr>
          <p:nvPr/>
        </p:nvSpPr>
        <p:spPr>
          <a:xfrm xmlns:a="http://schemas.openxmlformats.org/drawingml/2006/main">
            <a:off x="704850" y="3933825"/>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B69AFF"/>
                </a:solidFill>
              </a:defRPr>
            </a:defPPr>
            <a:lvl1pPr>
              <a:defRPr sz="2250" b="1">
                <a:solidFill>
                  <a:srgbClr val="B69AFF"/>
                </a:solidFill>
              </a:defRPr>
            </a:lvl1pPr>
            <a:lvl2pPr>
              <a:defRPr sz="2250" b="1">
                <a:solidFill>
                  <a:srgbClr val="B69AFF"/>
                </a:solidFill>
              </a:defRPr>
            </a:lvl2pPr>
            <a:lvl3pPr>
              <a:defRPr sz="2250" b="1">
                <a:solidFill>
                  <a:srgbClr val="B69AFF"/>
                </a:solidFill>
              </a:defRPr>
            </a:lvl3pPr>
            <a:lvl4pPr>
              <a:defRPr sz="2250" b="1">
                <a:solidFill>
                  <a:srgbClr val="B69AFF"/>
                </a:solidFill>
              </a:defRPr>
            </a:lvl4pPr>
            <a:lvl5pPr>
              <a:defRPr sz="2250" b="1">
                <a:solidFill>
                  <a:srgbClr val="B69AFF"/>
                </a:solidFill>
              </a:defRPr>
            </a:lvl5pPr>
            <a:lvl6pPr>
              <a:defRPr sz="2250" b="1">
                <a:solidFill>
                  <a:srgbClr val="B69AFF"/>
                </a:solidFill>
              </a:defRPr>
            </a:lvl6pPr>
            <a:lvl7pPr>
              <a:defRPr sz="2250" b="1">
                <a:solidFill>
                  <a:srgbClr val="B69AFF"/>
                </a:solidFill>
              </a:defRPr>
            </a:lvl7pPr>
            <a:lvl8pPr>
              <a:defRPr sz="2250" b="1">
                <a:solidFill>
                  <a:srgbClr val="B69AFF"/>
                </a:solidFill>
              </a:defRPr>
            </a:lvl8pPr>
            <a:lvl9pPr>
              <a:defRPr sz="2250" b="1">
                <a:solidFill>
                  <a:srgbClr val="B69AFF"/>
                </a:solidFill>
              </a:defRPr>
            </a:lvl9pPr>
          </a:lstStyle>
          <a:p xmlns:a="http://schemas.openxmlformats.org/drawingml/2006/main">
            <a:pPr>
              <a:defRPr sz="2250" b="1">
                <a:solidFill>
                  <a:srgbClr val="B69AFF"/>
                </a:solidFill>
              </a:defRPr>
            </a:pPr>
            <a:r>
              <a:rPr sz="2250" b="1">
                <a:solidFill>
                  <a:srgbClr val="B69A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F9BEDB35-DFD3-4CDD-BC89-D38C74CE0384}"/>
              </a:ext>
            </a:extLst>
          </p:cNvPr>
          <p:cNvSpPr>
            <a:spLocks xmlns:a="http://schemas.openxmlformats.org/drawingml/2006/main" noGrp="1"/>
          </p:cNvSpPr>
          <p:nvPr/>
        </p:nvSpPr>
        <p:spPr>
          <a:xfrm xmlns:a="http://schemas.openxmlformats.org/drawingml/2006/main">
            <a:off x="1695450" y="3933825"/>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4F2FC"/>
                </a:solidFill>
              </a:defRPr>
            </a:defPPr>
            <a:lvl1pPr>
              <a:defRPr sz="2400" b="1">
                <a:solidFill>
                  <a:srgbClr val="F4F2FC"/>
                </a:solidFill>
              </a:defRPr>
            </a:lvl1pPr>
            <a:lvl2pPr>
              <a:defRPr sz="2400" b="1">
                <a:solidFill>
                  <a:srgbClr val="F4F2FC"/>
                </a:solidFill>
              </a:defRPr>
            </a:lvl2pPr>
            <a:lvl3pPr>
              <a:defRPr sz="2400" b="1">
                <a:solidFill>
                  <a:srgbClr val="F4F2FC"/>
                </a:solidFill>
              </a:defRPr>
            </a:lvl3pPr>
            <a:lvl4pPr>
              <a:defRPr sz="2400" b="1">
                <a:solidFill>
                  <a:srgbClr val="F4F2FC"/>
                </a:solidFill>
              </a:defRPr>
            </a:lvl4pPr>
            <a:lvl5pPr>
              <a:defRPr sz="2400" b="1">
                <a:solidFill>
                  <a:srgbClr val="F4F2FC"/>
                </a:solidFill>
              </a:defRPr>
            </a:lvl5pPr>
            <a:lvl6pPr>
              <a:defRPr sz="2400" b="1">
                <a:solidFill>
                  <a:srgbClr val="F4F2FC"/>
                </a:solidFill>
              </a:defRPr>
            </a:lvl6pPr>
            <a:lvl7pPr>
              <a:defRPr sz="2400" b="1">
                <a:solidFill>
                  <a:srgbClr val="F4F2FC"/>
                </a:solidFill>
              </a:defRPr>
            </a:lvl7pPr>
            <a:lvl8pPr>
              <a:defRPr sz="2400" b="1">
                <a:solidFill>
                  <a:srgbClr val="F4F2FC"/>
                </a:solidFill>
              </a:defRPr>
            </a:lvl8pPr>
            <a:lvl9pPr>
              <a:defRPr sz="2400" b="1">
                <a:solidFill>
                  <a:srgbClr val="F4F2FC"/>
                </a:solidFill>
              </a:defRPr>
            </a:lvl9pPr>
          </a:lstStyle>
          <a:p xmlns:a="http://schemas.openxmlformats.org/drawingml/2006/main">
            <a:pPr>
              <a:defRPr sz="2400" b="1">
                <a:solidFill>
                  <a:srgbClr val="F4F2FC"/>
                </a:solidFill>
              </a:defRPr>
            </a:pPr>
            <a:r>
              <a:rPr sz="2400" b="1">
                <a:solidFill>
                  <a:srgbClr val="F4F2FC"/>
                </a:solidFill>
                <a:latin typeface="Arial"/>
                <a:ea typeface="Arial"/>
                <a:cs typeface="Arial"/>
              </a:rPr>
              <a:t>Skills</a:t>
            </a:r>
          </a:p>
        </p:txBody>
      </p:sp>
      <p:sp>
        <p:nvSpPr>
          <p:cNvPr id="10" name="">
            <a:extLst xmlns:a="http://schemas.openxmlformats.org/drawingml/2006/main">
              <a:ext uri="{FF2B5EF4-FFF2-40B4-BE49-F238E27FC236}">
                <a16:creationId xmlns:a16="http://schemas.microsoft.com/office/drawing/2014/main" id="{8B6A2DB3-6215-4C35-A1F3-E30E1E24A6B5}"/>
              </a:ext>
            </a:extLst>
          </p:cNvPr>
          <p:cNvSpPr>
            <a:spLocks xmlns:a="http://schemas.openxmlformats.org/drawingml/2006/main" noGrp="1"/>
          </p:cNvSpPr>
          <p:nvPr/>
        </p:nvSpPr>
        <p:spPr>
          <a:xfrm xmlns:a="http://schemas.openxmlformats.org/drawingml/2006/main">
            <a:off x="4095750" y="3933825"/>
            <a:ext cx="70770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5B2CB"/>
                </a:solidFill>
              </a:defRPr>
            </a:defPPr>
            <a:lvl1pPr>
              <a:defRPr sz="2025" b="0">
                <a:solidFill>
                  <a:srgbClr val="B5B2CB"/>
                </a:solidFill>
              </a:defRPr>
            </a:lvl1pPr>
            <a:lvl2pPr>
              <a:defRPr sz="2025" b="0">
                <a:solidFill>
                  <a:srgbClr val="B5B2CB"/>
                </a:solidFill>
              </a:defRPr>
            </a:lvl2pPr>
            <a:lvl3pPr>
              <a:defRPr sz="2025" b="0">
                <a:solidFill>
                  <a:srgbClr val="B5B2CB"/>
                </a:solidFill>
              </a:defRPr>
            </a:lvl3pPr>
            <a:lvl4pPr>
              <a:defRPr sz="2025" b="0">
                <a:solidFill>
                  <a:srgbClr val="B5B2CB"/>
                </a:solidFill>
              </a:defRPr>
            </a:lvl4pPr>
            <a:lvl5pPr>
              <a:defRPr sz="2025" b="0">
                <a:solidFill>
                  <a:srgbClr val="B5B2CB"/>
                </a:solidFill>
              </a:defRPr>
            </a:lvl5pPr>
            <a:lvl6pPr>
              <a:defRPr sz="2025" b="0">
                <a:solidFill>
                  <a:srgbClr val="B5B2CB"/>
                </a:solidFill>
              </a:defRPr>
            </a:lvl6pPr>
            <a:lvl7pPr>
              <a:defRPr sz="2025" b="0">
                <a:solidFill>
                  <a:srgbClr val="B5B2CB"/>
                </a:solidFill>
              </a:defRPr>
            </a:lvl7pPr>
            <a:lvl8pPr>
              <a:defRPr sz="2025" b="0">
                <a:solidFill>
                  <a:srgbClr val="B5B2CB"/>
                </a:solidFill>
              </a:defRPr>
            </a:lvl8pPr>
            <a:lvl9pPr>
              <a:defRPr sz="2025" b="0">
                <a:solidFill>
                  <a:srgbClr val="B5B2CB"/>
                </a:solidFill>
              </a:defRPr>
            </a:lvl9pPr>
          </a:lstStyle>
          <a:p xmlns:a="http://schemas.openxmlformats.org/drawingml/2006/main">
            <a:pPr>
              <a:defRPr sz="2025" b="0">
                <a:solidFill>
                  <a:srgbClr val="B5B2CB"/>
                </a:solidFill>
              </a:defRPr>
            </a:pPr>
            <a:r>
              <a:rPr sz="2025" b="0">
                <a:solidFill>
                  <a:srgbClr val="B5B2CB"/>
                </a:solidFill>
                <a:latin typeface="Arial"/>
                <a:ea typeface="Arial"/>
                <a:cs typeface="Arial"/>
              </a:rPr>
              <a:t>Review a proposed improvement before it changes.</a:t>
            </a:r>
          </a:p>
        </p:txBody>
      </p:sp>
      <p:sp>
        <p:nvSpPr>
          <p:cNvPr id="11" name="">
            <a:extLst xmlns:a="http://schemas.openxmlformats.org/drawingml/2006/main">
              <a:ext uri="{FF2B5EF4-FFF2-40B4-BE49-F238E27FC236}">
                <a16:creationId xmlns:a16="http://schemas.microsoft.com/office/drawing/2014/main" id="{9C2586A1-8DF1-45CF-86A3-6B11B1936F52}"/>
              </a:ext>
            </a:extLst>
          </p:cNvPr>
          <p:cNvSpPr>
            <a:spLocks xmlns:a="http://schemas.openxmlformats.org/drawingml/2006/main" noGrp="1"/>
          </p:cNvSpPr>
          <p:nvPr/>
        </p:nvSpPr>
        <p:spPr>
          <a:xfrm xmlns:a="http://schemas.openxmlformats.org/drawingml/2006/main">
            <a:off x="704850" y="4924425"/>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B69AFF"/>
                </a:solidFill>
              </a:defRPr>
            </a:defPPr>
            <a:lvl1pPr>
              <a:defRPr sz="2250" b="1">
                <a:solidFill>
                  <a:srgbClr val="B69AFF"/>
                </a:solidFill>
              </a:defRPr>
            </a:lvl1pPr>
            <a:lvl2pPr>
              <a:defRPr sz="2250" b="1">
                <a:solidFill>
                  <a:srgbClr val="B69AFF"/>
                </a:solidFill>
              </a:defRPr>
            </a:lvl2pPr>
            <a:lvl3pPr>
              <a:defRPr sz="2250" b="1">
                <a:solidFill>
                  <a:srgbClr val="B69AFF"/>
                </a:solidFill>
              </a:defRPr>
            </a:lvl3pPr>
            <a:lvl4pPr>
              <a:defRPr sz="2250" b="1">
                <a:solidFill>
                  <a:srgbClr val="B69AFF"/>
                </a:solidFill>
              </a:defRPr>
            </a:lvl4pPr>
            <a:lvl5pPr>
              <a:defRPr sz="2250" b="1">
                <a:solidFill>
                  <a:srgbClr val="B69AFF"/>
                </a:solidFill>
              </a:defRPr>
            </a:lvl5pPr>
            <a:lvl6pPr>
              <a:defRPr sz="2250" b="1">
                <a:solidFill>
                  <a:srgbClr val="B69AFF"/>
                </a:solidFill>
              </a:defRPr>
            </a:lvl6pPr>
            <a:lvl7pPr>
              <a:defRPr sz="2250" b="1">
                <a:solidFill>
                  <a:srgbClr val="B69AFF"/>
                </a:solidFill>
              </a:defRPr>
            </a:lvl7pPr>
            <a:lvl8pPr>
              <a:defRPr sz="2250" b="1">
                <a:solidFill>
                  <a:srgbClr val="B69AFF"/>
                </a:solidFill>
              </a:defRPr>
            </a:lvl8pPr>
            <a:lvl9pPr>
              <a:defRPr sz="2250" b="1">
                <a:solidFill>
                  <a:srgbClr val="B69AFF"/>
                </a:solidFill>
              </a:defRPr>
            </a:lvl9pPr>
          </a:lstStyle>
          <a:p xmlns:a="http://schemas.openxmlformats.org/drawingml/2006/main">
            <a:pPr>
              <a:defRPr sz="2250" b="1">
                <a:solidFill>
                  <a:srgbClr val="B69AFF"/>
                </a:solidFill>
              </a:defRPr>
            </a:pPr>
            <a:r>
              <a:rPr sz="2250" b="1">
                <a:solidFill>
                  <a:srgbClr val="B69AFF"/>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186DCFAF-BA18-45C4-9182-FB9091301279}"/>
              </a:ext>
            </a:extLst>
          </p:cNvPr>
          <p:cNvSpPr>
            <a:spLocks xmlns:a="http://schemas.openxmlformats.org/drawingml/2006/main" noGrp="1"/>
          </p:cNvSpPr>
          <p:nvPr/>
        </p:nvSpPr>
        <p:spPr>
          <a:xfrm xmlns:a="http://schemas.openxmlformats.org/drawingml/2006/main">
            <a:off x="1695450" y="4924425"/>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4F2FC"/>
                </a:solidFill>
              </a:defRPr>
            </a:defPPr>
            <a:lvl1pPr>
              <a:defRPr sz="2400" b="1">
                <a:solidFill>
                  <a:srgbClr val="F4F2FC"/>
                </a:solidFill>
              </a:defRPr>
            </a:lvl1pPr>
            <a:lvl2pPr>
              <a:defRPr sz="2400" b="1">
                <a:solidFill>
                  <a:srgbClr val="F4F2FC"/>
                </a:solidFill>
              </a:defRPr>
            </a:lvl2pPr>
            <a:lvl3pPr>
              <a:defRPr sz="2400" b="1">
                <a:solidFill>
                  <a:srgbClr val="F4F2FC"/>
                </a:solidFill>
              </a:defRPr>
            </a:lvl3pPr>
            <a:lvl4pPr>
              <a:defRPr sz="2400" b="1">
                <a:solidFill>
                  <a:srgbClr val="F4F2FC"/>
                </a:solidFill>
              </a:defRPr>
            </a:lvl4pPr>
            <a:lvl5pPr>
              <a:defRPr sz="2400" b="1">
                <a:solidFill>
                  <a:srgbClr val="F4F2FC"/>
                </a:solidFill>
              </a:defRPr>
            </a:lvl5pPr>
            <a:lvl6pPr>
              <a:defRPr sz="2400" b="1">
                <a:solidFill>
                  <a:srgbClr val="F4F2FC"/>
                </a:solidFill>
              </a:defRPr>
            </a:lvl6pPr>
            <a:lvl7pPr>
              <a:defRPr sz="2400" b="1">
                <a:solidFill>
                  <a:srgbClr val="F4F2FC"/>
                </a:solidFill>
              </a:defRPr>
            </a:lvl7pPr>
            <a:lvl8pPr>
              <a:defRPr sz="2400" b="1">
                <a:solidFill>
                  <a:srgbClr val="F4F2FC"/>
                </a:solidFill>
              </a:defRPr>
            </a:lvl8pPr>
            <a:lvl9pPr>
              <a:defRPr sz="2400" b="1">
                <a:solidFill>
                  <a:srgbClr val="F4F2FC"/>
                </a:solidFill>
              </a:defRPr>
            </a:lvl9pPr>
          </a:lstStyle>
          <a:p xmlns:a="http://schemas.openxmlformats.org/drawingml/2006/main">
            <a:pPr>
              <a:defRPr sz="2400" b="1">
                <a:solidFill>
                  <a:srgbClr val="F4F2FC"/>
                </a:solidFill>
              </a:defRPr>
            </a:pPr>
            <a:r>
              <a:rPr sz="2400" b="1">
                <a:solidFill>
                  <a:srgbClr val="F4F2FC"/>
                </a:solidFill>
                <a:latin typeface="Arial"/>
                <a:ea typeface="Arial"/>
                <a:cs typeface="Arial"/>
              </a:rPr>
              <a:t>Planning</a:t>
            </a:r>
          </a:p>
        </p:txBody>
      </p:sp>
      <p:sp>
        <p:nvSpPr>
          <p:cNvPr id="13" name="">
            <a:extLst xmlns:a="http://schemas.openxmlformats.org/drawingml/2006/main">
              <a:ext uri="{FF2B5EF4-FFF2-40B4-BE49-F238E27FC236}">
                <a16:creationId xmlns:a16="http://schemas.microsoft.com/office/drawing/2014/main" id="{334A9019-6DB5-4807-BD7C-10FC9E6D4282}"/>
              </a:ext>
            </a:extLst>
          </p:cNvPr>
          <p:cNvSpPr>
            <a:spLocks xmlns:a="http://schemas.openxmlformats.org/drawingml/2006/main" noGrp="1"/>
          </p:cNvSpPr>
          <p:nvPr/>
        </p:nvSpPr>
        <p:spPr>
          <a:xfrm xmlns:a="http://schemas.openxmlformats.org/drawingml/2006/main">
            <a:off x="4095750" y="4924425"/>
            <a:ext cx="70770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5B2CB"/>
                </a:solidFill>
              </a:defRPr>
            </a:defPPr>
            <a:lvl1pPr>
              <a:defRPr sz="2025" b="0">
                <a:solidFill>
                  <a:srgbClr val="B5B2CB"/>
                </a:solidFill>
              </a:defRPr>
            </a:lvl1pPr>
            <a:lvl2pPr>
              <a:defRPr sz="2025" b="0">
                <a:solidFill>
                  <a:srgbClr val="B5B2CB"/>
                </a:solidFill>
              </a:defRPr>
            </a:lvl2pPr>
            <a:lvl3pPr>
              <a:defRPr sz="2025" b="0">
                <a:solidFill>
                  <a:srgbClr val="B5B2CB"/>
                </a:solidFill>
              </a:defRPr>
            </a:lvl3pPr>
            <a:lvl4pPr>
              <a:defRPr sz="2025" b="0">
                <a:solidFill>
                  <a:srgbClr val="B5B2CB"/>
                </a:solidFill>
              </a:defRPr>
            </a:lvl4pPr>
            <a:lvl5pPr>
              <a:defRPr sz="2025" b="0">
                <a:solidFill>
                  <a:srgbClr val="B5B2CB"/>
                </a:solidFill>
              </a:defRPr>
            </a:lvl5pPr>
            <a:lvl6pPr>
              <a:defRPr sz="2025" b="0">
                <a:solidFill>
                  <a:srgbClr val="B5B2CB"/>
                </a:solidFill>
              </a:defRPr>
            </a:lvl6pPr>
            <a:lvl7pPr>
              <a:defRPr sz="2025" b="0">
                <a:solidFill>
                  <a:srgbClr val="B5B2CB"/>
                </a:solidFill>
              </a:defRPr>
            </a:lvl7pPr>
            <a:lvl8pPr>
              <a:defRPr sz="2025" b="0">
                <a:solidFill>
                  <a:srgbClr val="B5B2CB"/>
                </a:solidFill>
              </a:defRPr>
            </a:lvl8pPr>
            <a:lvl9pPr>
              <a:defRPr sz="2025" b="0">
                <a:solidFill>
                  <a:srgbClr val="B5B2CB"/>
                </a:solidFill>
              </a:defRPr>
            </a:lvl9pPr>
          </a:lstStyle>
          <a:p xmlns:a="http://schemas.openxmlformats.org/drawingml/2006/main">
            <a:pPr>
              <a:defRPr sz="2025" b="0">
                <a:solidFill>
                  <a:srgbClr val="B5B2CB"/>
                </a:solidFill>
              </a:defRPr>
            </a:pPr>
            <a:r>
              <a:rPr sz="2025" b="0">
                <a:solidFill>
                  <a:srgbClr val="B5B2CB"/>
                </a:solidFill>
                <a:latin typeface="Arial"/>
                <a:ea typeface="Arial"/>
                <a:cs typeface="Arial"/>
              </a:rPr>
              <a:t>Approve an exact local event and inspect the audit.</a:t>
            </a:r>
          </a:p>
        </p:txBody>
      </p:sp>
    </p:spTree>
    <p:extLst>
      <p:ext uri="{BB962C8B-B14F-4D97-AF65-F5344CB8AC3E}">
        <p14:creationId xmlns:p14="http://schemas.microsoft.com/office/powerpoint/2010/main" val="813993079"/>
      </p:ext>
    </p:extLst>
  </p:cSld>
</p:sld>
</file>

<file path=ppt/slides/slide4.xml><?xml version="1.0" encoding="utf-8"?>
<p:sld xmlns:p="http://schemas.openxmlformats.org/presentationml/2006/main">
  <p:cSld>
    <p:bg>
      <p:bgPr>
        <a:solidFill xmlns:a="http://schemas.openxmlformats.org/drawingml/2006/main">
          <a:srgbClr val="0B0D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B0A784-8340-4EC5-96BD-FCF68D4A705E}"/>
              </a:ext>
            </a:extLst>
          </p:cNvPr>
          <p:cNvSpPr>
            <a:spLocks xmlns:a="http://schemas.openxmlformats.org/drawingml/2006/main" noGrp="1"/>
          </p:cNvSpPr>
          <p:nvPr/>
        </p:nvSpPr>
        <p:spPr>
          <a:xfrm xmlns:a="http://schemas.openxmlformats.org/drawingml/2006/main">
            <a:off x="685800" y="6286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2FC"/>
                </a:solidFill>
              </a:defRPr>
            </a:defPPr>
            <a:lvl1pPr>
              <a:defRPr sz="3450" b="1">
                <a:solidFill>
                  <a:srgbClr val="F4F2FC"/>
                </a:solidFill>
              </a:defRPr>
            </a:lvl1pPr>
            <a:lvl2pPr>
              <a:defRPr sz="3450" b="1">
                <a:solidFill>
                  <a:srgbClr val="F4F2FC"/>
                </a:solidFill>
              </a:defRPr>
            </a:lvl2pPr>
            <a:lvl3pPr>
              <a:defRPr sz="3450" b="1">
                <a:solidFill>
                  <a:srgbClr val="F4F2FC"/>
                </a:solidFill>
              </a:defRPr>
            </a:lvl3pPr>
            <a:lvl4pPr>
              <a:defRPr sz="3450" b="1">
                <a:solidFill>
                  <a:srgbClr val="F4F2FC"/>
                </a:solidFill>
              </a:defRPr>
            </a:lvl4pPr>
            <a:lvl5pPr>
              <a:defRPr sz="3450" b="1">
                <a:solidFill>
                  <a:srgbClr val="F4F2FC"/>
                </a:solidFill>
              </a:defRPr>
            </a:lvl5pPr>
            <a:lvl6pPr>
              <a:defRPr sz="3450" b="1">
                <a:solidFill>
                  <a:srgbClr val="F4F2FC"/>
                </a:solidFill>
              </a:defRPr>
            </a:lvl6pPr>
            <a:lvl7pPr>
              <a:defRPr sz="3450" b="1">
                <a:solidFill>
                  <a:srgbClr val="F4F2FC"/>
                </a:solidFill>
              </a:defRPr>
            </a:lvl7pPr>
            <a:lvl8pPr>
              <a:defRPr sz="3450" b="1">
                <a:solidFill>
                  <a:srgbClr val="F4F2FC"/>
                </a:solidFill>
              </a:defRPr>
            </a:lvl8pPr>
            <a:lvl9pPr>
              <a:defRPr sz="3450" b="1">
                <a:solidFill>
                  <a:srgbClr val="F4F2FC"/>
                </a:solidFill>
              </a:defRPr>
            </a:lvl9pPr>
          </a:lstStyle>
          <a:p xmlns:a="http://schemas.openxmlformats.org/drawingml/2006/main">
            <a:pPr>
              <a:defRPr sz="3450" b="1">
                <a:solidFill>
                  <a:srgbClr val="F4F2FC"/>
                </a:solidFill>
              </a:defRPr>
            </a:pPr>
            <a:r>
              <a:rPr sz="3450" b="1">
                <a:solidFill>
                  <a:srgbClr val="F4F2FC"/>
                </a:solidFill>
                <a:latin typeface="Arial"/>
                <a:ea typeface="Arial"/>
                <a:cs typeface="Arial"/>
              </a:rPr>
              <a:t>Learning evidence</a:t>
            </a:r>
          </a:p>
        </p:txBody>
      </p:sp>
      <p:sp>
        <p:nvSpPr>
          <p:cNvPr id="2" name="">
            <a:extLst xmlns:a="http://schemas.openxmlformats.org/drawingml/2006/main">
              <a:ext uri="{FF2B5EF4-FFF2-40B4-BE49-F238E27FC236}">
                <a16:creationId xmlns:a16="http://schemas.microsoft.com/office/drawing/2014/main" id="{5B0FB94F-AE65-4418-8358-0163F5B13373}"/>
              </a:ext>
            </a:extLst>
          </p:cNvPr>
          <p:cNvSpPr>
            <a:spLocks xmlns:a="http://schemas.openxmlformats.org/drawingml/2006/main" noGrp="1"/>
          </p:cNvSpPr>
          <p:nvPr/>
        </p:nvSpPr>
        <p:spPr>
          <a:xfrm xmlns:a="http://schemas.openxmlformats.org/drawingml/2006/main">
            <a:off x="704850" y="2085975"/>
            <a:ext cx="4905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B69AFF"/>
                </a:solidFill>
              </a:defRPr>
            </a:defPPr>
            <a:lvl1pPr>
              <a:defRPr sz="3300" b="1">
                <a:solidFill>
                  <a:srgbClr val="B69AFF"/>
                </a:solidFill>
              </a:defRPr>
            </a:lvl1pPr>
            <a:lvl2pPr>
              <a:defRPr sz="3300" b="1">
                <a:solidFill>
                  <a:srgbClr val="B69AFF"/>
                </a:solidFill>
              </a:defRPr>
            </a:lvl2pPr>
            <a:lvl3pPr>
              <a:defRPr sz="3300" b="1">
                <a:solidFill>
                  <a:srgbClr val="B69AFF"/>
                </a:solidFill>
              </a:defRPr>
            </a:lvl3pPr>
            <a:lvl4pPr>
              <a:defRPr sz="3300" b="1">
                <a:solidFill>
                  <a:srgbClr val="B69AFF"/>
                </a:solidFill>
              </a:defRPr>
            </a:lvl4pPr>
            <a:lvl5pPr>
              <a:defRPr sz="3300" b="1">
                <a:solidFill>
                  <a:srgbClr val="B69AFF"/>
                </a:solidFill>
              </a:defRPr>
            </a:lvl5pPr>
            <a:lvl6pPr>
              <a:defRPr sz="3300" b="1">
                <a:solidFill>
                  <a:srgbClr val="B69AFF"/>
                </a:solidFill>
              </a:defRPr>
            </a:lvl6pPr>
            <a:lvl7pPr>
              <a:defRPr sz="3300" b="1">
                <a:solidFill>
                  <a:srgbClr val="B69AFF"/>
                </a:solidFill>
              </a:defRPr>
            </a:lvl7pPr>
            <a:lvl8pPr>
              <a:defRPr sz="3300" b="1">
                <a:solidFill>
                  <a:srgbClr val="B69AFF"/>
                </a:solidFill>
              </a:defRPr>
            </a:lvl8pPr>
            <a:lvl9pPr>
              <a:defRPr sz="3300" b="1">
                <a:solidFill>
                  <a:srgbClr val="B69AFF"/>
                </a:solidFill>
              </a:defRPr>
            </a:lvl9pPr>
          </a:lstStyle>
          <a:p xmlns:a="http://schemas.openxmlformats.org/drawingml/2006/main">
            <a:pPr>
              <a:defRPr sz="3300" b="1">
                <a:solidFill>
                  <a:srgbClr val="B69AFF"/>
                </a:solidFill>
              </a:defRPr>
            </a:pPr>
            <a:r>
              <a:rPr sz="3300" b="1">
                <a:solidFill>
                  <a:srgbClr val="B69AFF"/>
                </a:solidFill>
                <a:latin typeface="Arial"/>
                <a:ea typeface="Arial"/>
                <a:cs typeface="Arial"/>
              </a:rPr>
              <a:t>Six curated problems</a:t>
            </a:r>
          </a:p>
        </p:txBody>
      </p:sp>
      <p:sp>
        <p:nvSpPr>
          <p:cNvPr id="3" name="">
            <a:extLst xmlns:a="http://schemas.openxmlformats.org/drawingml/2006/main">
              <a:ext uri="{FF2B5EF4-FFF2-40B4-BE49-F238E27FC236}">
                <a16:creationId xmlns:a16="http://schemas.microsoft.com/office/drawing/2014/main" id="{01F05030-94D9-4434-AFF6-A5A3CD36D25A}"/>
              </a:ext>
            </a:extLst>
          </p:cNvPr>
          <p:cNvSpPr>
            <a:spLocks xmlns:a="http://schemas.openxmlformats.org/drawingml/2006/main" noGrp="1"/>
          </p:cNvSpPr>
          <p:nvPr/>
        </p:nvSpPr>
        <p:spPr>
          <a:xfrm xmlns:a="http://schemas.openxmlformats.org/drawingml/2006/main">
            <a:off x="704850" y="3086100"/>
            <a:ext cx="46958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F4F2FC"/>
                </a:solidFill>
              </a:defRPr>
            </a:defPPr>
            <a:lvl1pPr>
              <a:defRPr sz="2250" b="0">
                <a:solidFill>
                  <a:srgbClr val="F4F2FC"/>
                </a:solidFill>
              </a:defRPr>
            </a:lvl1pPr>
            <a:lvl2pPr>
              <a:defRPr sz="2250" b="0">
                <a:solidFill>
                  <a:srgbClr val="F4F2FC"/>
                </a:solidFill>
              </a:defRPr>
            </a:lvl2pPr>
            <a:lvl3pPr>
              <a:defRPr sz="2250" b="0">
                <a:solidFill>
                  <a:srgbClr val="F4F2FC"/>
                </a:solidFill>
              </a:defRPr>
            </a:lvl3pPr>
            <a:lvl4pPr>
              <a:defRPr sz="2250" b="0">
                <a:solidFill>
                  <a:srgbClr val="F4F2FC"/>
                </a:solidFill>
              </a:defRPr>
            </a:lvl4pPr>
            <a:lvl5pPr>
              <a:defRPr sz="2250" b="0">
                <a:solidFill>
                  <a:srgbClr val="F4F2FC"/>
                </a:solidFill>
              </a:defRPr>
            </a:lvl5pPr>
            <a:lvl6pPr>
              <a:defRPr sz="2250" b="0">
                <a:solidFill>
                  <a:srgbClr val="F4F2FC"/>
                </a:solidFill>
              </a:defRPr>
            </a:lvl6pPr>
            <a:lvl7pPr>
              <a:defRPr sz="2250" b="0">
                <a:solidFill>
                  <a:srgbClr val="F4F2FC"/>
                </a:solidFill>
              </a:defRPr>
            </a:lvl7pPr>
            <a:lvl8pPr>
              <a:defRPr sz="2250" b="0">
                <a:solidFill>
                  <a:srgbClr val="F4F2FC"/>
                </a:solidFill>
              </a:defRPr>
            </a:lvl8pPr>
            <a:lvl9pPr>
              <a:defRPr sz="2250" b="0">
                <a:solidFill>
                  <a:srgbClr val="F4F2FC"/>
                </a:solidFill>
              </a:defRPr>
            </a:lvl9pPr>
          </a:lstStyle>
          <a:p xmlns:a="http://schemas.openxmlformats.org/drawingml/2006/main">
            <a:pPr>
              <a:defRPr sz="2250" b="0">
                <a:solidFill>
                  <a:srgbClr val="F4F2FC"/>
                </a:solidFill>
              </a:defRPr>
            </a:pPr>
            <a:r>
              <a:rPr sz="2250" b="0">
                <a:solidFill>
                  <a:srgbClr val="F4F2FC"/>
                </a:solidFill>
                <a:latin typeface="Arial"/>
                <a:ea typeface="Arial"/>
                <a:cs typeface="Arial"/>
              </a:rPr>
              <a:t>Progressive hints and numerical checks make the result inspectable.</a:t>
            </a:r>
          </a:p>
        </p:txBody>
      </p:sp>
      <p:sp>
        <p:nvSpPr>
          <p:cNvPr id="4" name="">
            <a:extLst xmlns:a="http://schemas.openxmlformats.org/drawingml/2006/main">
              <a:ext uri="{FF2B5EF4-FFF2-40B4-BE49-F238E27FC236}">
                <a16:creationId xmlns:a16="http://schemas.microsoft.com/office/drawing/2014/main" id="{64B26542-BDF0-4DB2-A18F-F7874E790790}"/>
              </a:ext>
            </a:extLst>
          </p:cNvPr>
          <p:cNvSpPr>
            <a:spLocks xmlns:a="http://schemas.openxmlformats.org/drawingml/2006/main" noGrp="1"/>
          </p:cNvSpPr>
          <p:nvPr/>
        </p:nvSpPr>
        <p:spPr>
          <a:xfrm xmlns:a="http://schemas.openxmlformats.org/drawingml/2006/main">
            <a:off x="6743700" y="2152650"/>
            <a:ext cx="441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94DEC1"/>
                </a:solidFill>
              </a:defRPr>
            </a:defPPr>
            <a:lvl1pPr>
              <a:defRPr sz="2325" b="1">
                <a:solidFill>
                  <a:srgbClr val="94DEC1"/>
                </a:solidFill>
              </a:defRPr>
            </a:lvl1pPr>
            <a:lvl2pPr>
              <a:defRPr sz="2325" b="1">
                <a:solidFill>
                  <a:srgbClr val="94DEC1"/>
                </a:solidFill>
              </a:defRPr>
            </a:lvl2pPr>
            <a:lvl3pPr>
              <a:defRPr sz="2325" b="1">
                <a:solidFill>
                  <a:srgbClr val="94DEC1"/>
                </a:solidFill>
              </a:defRPr>
            </a:lvl3pPr>
            <a:lvl4pPr>
              <a:defRPr sz="2325" b="1">
                <a:solidFill>
                  <a:srgbClr val="94DEC1"/>
                </a:solidFill>
              </a:defRPr>
            </a:lvl4pPr>
            <a:lvl5pPr>
              <a:defRPr sz="2325" b="1">
                <a:solidFill>
                  <a:srgbClr val="94DEC1"/>
                </a:solidFill>
              </a:defRPr>
            </a:lvl5pPr>
            <a:lvl6pPr>
              <a:defRPr sz="2325" b="1">
                <a:solidFill>
                  <a:srgbClr val="94DEC1"/>
                </a:solidFill>
              </a:defRPr>
            </a:lvl6pPr>
            <a:lvl7pPr>
              <a:defRPr sz="2325" b="1">
                <a:solidFill>
                  <a:srgbClr val="94DEC1"/>
                </a:solidFill>
              </a:defRPr>
            </a:lvl7pPr>
            <a:lvl8pPr>
              <a:defRPr sz="2325" b="1">
                <a:solidFill>
                  <a:srgbClr val="94DEC1"/>
                </a:solidFill>
              </a:defRPr>
            </a:lvl8pPr>
            <a:lvl9pPr>
              <a:defRPr sz="2325" b="1">
                <a:solidFill>
                  <a:srgbClr val="94DEC1"/>
                </a:solidFill>
              </a:defRPr>
            </a:lvl9pPr>
          </a:lstStyle>
          <a:p xmlns:a="http://schemas.openxmlformats.org/drawingml/2006/main">
            <a:pPr>
              <a:defRPr sz="2325" b="1">
                <a:solidFill>
                  <a:srgbClr val="94DEC1"/>
                </a:solidFill>
              </a:defRPr>
            </a:pPr>
            <a:r>
              <a:rPr sz="2325" b="1">
                <a:solidFill>
                  <a:srgbClr val="94DEC1"/>
                </a:solidFill>
                <a:latin typeface="Arial"/>
                <a:ea typeface="Arial"/>
                <a:cs typeface="Arial"/>
              </a:rPr>
              <a:t>Independent practice</a:t>
            </a:r>
          </a:p>
        </p:txBody>
      </p:sp>
      <p:sp>
        <p:nvSpPr>
          <p:cNvPr id="5" name="">
            <a:extLst xmlns:a="http://schemas.openxmlformats.org/drawingml/2006/main">
              <a:ext uri="{FF2B5EF4-FFF2-40B4-BE49-F238E27FC236}">
                <a16:creationId xmlns:a16="http://schemas.microsoft.com/office/drawing/2014/main" id="{A44CDFE4-2720-4392-99CC-861E427D8F2E}"/>
              </a:ext>
            </a:extLst>
          </p:cNvPr>
          <p:cNvSpPr>
            <a:spLocks xmlns:a="http://schemas.openxmlformats.org/drawingml/2006/main" noGrp="1"/>
          </p:cNvSpPr>
          <p:nvPr/>
        </p:nvSpPr>
        <p:spPr>
          <a:xfrm xmlns:a="http://schemas.openxmlformats.org/drawingml/2006/main">
            <a:off x="6743700" y="2800350"/>
            <a:ext cx="43338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5B2CB"/>
                </a:solidFill>
              </a:defRPr>
            </a:defPPr>
            <a:lvl1pPr>
              <a:defRPr sz="2025" b="0">
                <a:solidFill>
                  <a:srgbClr val="B5B2CB"/>
                </a:solidFill>
              </a:defRPr>
            </a:lvl1pPr>
            <a:lvl2pPr>
              <a:defRPr sz="2025" b="0">
                <a:solidFill>
                  <a:srgbClr val="B5B2CB"/>
                </a:solidFill>
              </a:defRPr>
            </a:lvl2pPr>
            <a:lvl3pPr>
              <a:defRPr sz="2025" b="0">
                <a:solidFill>
                  <a:srgbClr val="B5B2CB"/>
                </a:solidFill>
              </a:defRPr>
            </a:lvl3pPr>
            <a:lvl4pPr>
              <a:defRPr sz="2025" b="0">
                <a:solidFill>
                  <a:srgbClr val="B5B2CB"/>
                </a:solidFill>
              </a:defRPr>
            </a:lvl4pPr>
            <a:lvl5pPr>
              <a:defRPr sz="2025" b="0">
                <a:solidFill>
                  <a:srgbClr val="B5B2CB"/>
                </a:solidFill>
              </a:defRPr>
            </a:lvl5pPr>
            <a:lvl6pPr>
              <a:defRPr sz="2025" b="0">
                <a:solidFill>
                  <a:srgbClr val="B5B2CB"/>
                </a:solidFill>
              </a:defRPr>
            </a:lvl6pPr>
            <a:lvl7pPr>
              <a:defRPr sz="2025" b="0">
                <a:solidFill>
                  <a:srgbClr val="B5B2CB"/>
                </a:solidFill>
              </a:defRPr>
            </a:lvl7pPr>
            <a:lvl8pPr>
              <a:defRPr sz="2025" b="0">
                <a:solidFill>
                  <a:srgbClr val="B5B2CB"/>
                </a:solidFill>
              </a:defRPr>
            </a:lvl8pPr>
            <a:lvl9pPr>
              <a:defRPr sz="2025" b="0">
                <a:solidFill>
                  <a:srgbClr val="B5B2CB"/>
                </a:solidFill>
              </a:defRPr>
            </a:lvl9pPr>
          </a:lstStyle>
          <a:p xmlns:a="http://schemas.openxmlformats.org/drawingml/2006/main">
            <a:pPr>
              <a:defRPr sz="2025" b="0">
                <a:solidFill>
                  <a:srgbClr val="B5B2CB"/>
                </a:solidFill>
              </a:defRPr>
            </a:pPr>
            <a:r>
              <a:rPr sz="2025" b="0">
                <a:solidFill>
                  <a:srgbClr val="B5B2CB"/>
                </a:solidFill>
                <a:latin typeface="Arial"/>
                <a:ea typeface="Arial"/>
                <a:cs typeface="Arial"/>
              </a:rPr>
              <a:t>A correct attempt before the solution reveal adds evidence for that topic.</a:t>
            </a:r>
          </a:p>
        </p:txBody>
      </p:sp>
      <p:sp>
        <p:nvSpPr>
          <p:cNvPr id="6" name="">
            <a:extLst xmlns:a="http://schemas.openxmlformats.org/drawingml/2006/main">
              <a:ext uri="{FF2B5EF4-FFF2-40B4-BE49-F238E27FC236}">
                <a16:creationId xmlns:a16="http://schemas.microsoft.com/office/drawing/2014/main" id="{38F28366-F3C9-4999-8427-C872CBDA019E}"/>
              </a:ext>
            </a:extLst>
          </p:cNvPr>
          <p:cNvSpPr>
            <a:spLocks xmlns:a="http://schemas.openxmlformats.org/drawingml/2006/main" noGrp="1"/>
          </p:cNvSpPr>
          <p:nvPr/>
        </p:nvSpPr>
        <p:spPr>
          <a:xfrm xmlns:a="http://schemas.openxmlformats.org/drawingml/2006/main">
            <a:off x="6743700" y="427672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EDC18D"/>
                </a:solidFill>
              </a:defRPr>
            </a:defPPr>
            <a:lvl1pPr>
              <a:defRPr sz="2325" b="1">
                <a:solidFill>
                  <a:srgbClr val="EDC18D"/>
                </a:solidFill>
              </a:defRPr>
            </a:lvl1pPr>
            <a:lvl2pPr>
              <a:defRPr sz="2325" b="1">
                <a:solidFill>
                  <a:srgbClr val="EDC18D"/>
                </a:solidFill>
              </a:defRPr>
            </a:lvl2pPr>
            <a:lvl3pPr>
              <a:defRPr sz="2325" b="1">
                <a:solidFill>
                  <a:srgbClr val="EDC18D"/>
                </a:solidFill>
              </a:defRPr>
            </a:lvl3pPr>
            <a:lvl4pPr>
              <a:defRPr sz="2325" b="1">
                <a:solidFill>
                  <a:srgbClr val="EDC18D"/>
                </a:solidFill>
              </a:defRPr>
            </a:lvl4pPr>
            <a:lvl5pPr>
              <a:defRPr sz="2325" b="1">
                <a:solidFill>
                  <a:srgbClr val="EDC18D"/>
                </a:solidFill>
              </a:defRPr>
            </a:lvl5pPr>
            <a:lvl6pPr>
              <a:defRPr sz="2325" b="1">
                <a:solidFill>
                  <a:srgbClr val="EDC18D"/>
                </a:solidFill>
              </a:defRPr>
            </a:lvl6pPr>
            <a:lvl7pPr>
              <a:defRPr sz="2325" b="1">
                <a:solidFill>
                  <a:srgbClr val="EDC18D"/>
                </a:solidFill>
              </a:defRPr>
            </a:lvl7pPr>
            <a:lvl8pPr>
              <a:defRPr sz="2325" b="1">
                <a:solidFill>
                  <a:srgbClr val="EDC18D"/>
                </a:solidFill>
              </a:defRPr>
            </a:lvl8pPr>
            <a:lvl9pPr>
              <a:defRPr sz="2325" b="1">
                <a:solidFill>
                  <a:srgbClr val="EDC18D"/>
                </a:solidFill>
              </a:defRPr>
            </a:lvl9pPr>
          </a:lstStyle>
          <a:p xmlns:a="http://schemas.openxmlformats.org/drawingml/2006/main">
            <a:pPr>
              <a:defRPr sz="2325" b="1">
                <a:solidFill>
                  <a:srgbClr val="EDC18D"/>
                </a:solidFill>
              </a:defRPr>
            </a:pPr>
            <a:r>
              <a:rPr sz="2325" b="1">
                <a:solidFill>
                  <a:srgbClr val="EDC18D"/>
                </a:solidFill>
                <a:latin typeface="Arial"/>
                <a:ea typeface="Arial"/>
                <a:cs typeface="Arial"/>
              </a:rPr>
              <a:t>Assisted practice</a:t>
            </a:r>
          </a:p>
        </p:txBody>
      </p:sp>
      <p:sp>
        <p:nvSpPr>
          <p:cNvPr id="7" name="">
            <a:extLst xmlns:a="http://schemas.openxmlformats.org/drawingml/2006/main">
              <a:ext uri="{FF2B5EF4-FFF2-40B4-BE49-F238E27FC236}">
                <a16:creationId xmlns:a16="http://schemas.microsoft.com/office/drawing/2014/main" id="{9FADB49C-2A7C-45FF-A0A0-6768BA287F6D}"/>
              </a:ext>
            </a:extLst>
          </p:cNvPr>
          <p:cNvSpPr>
            <a:spLocks xmlns:a="http://schemas.openxmlformats.org/drawingml/2006/main" noGrp="1"/>
          </p:cNvSpPr>
          <p:nvPr/>
        </p:nvSpPr>
        <p:spPr>
          <a:xfrm xmlns:a="http://schemas.openxmlformats.org/drawingml/2006/main">
            <a:off x="6743700" y="4905375"/>
            <a:ext cx="4333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5B2CB"/>
                </a:solidFill>
              </a:defRPr>
            </a:defPPr>
            <a:lvl1pPr>
              <a:defRPr sz="2025" b="0">
                <a:solidFill>
                  <a:srgbClr val="B5B2CB"/>
                </a:solidFill>
              </a:defRPr>
            </a:lvl1pPr>
            <a:lvl2pPr>
              <a:defRPr sz="2025" b="0">
                <a:solidFill>
                  <a:srgbClr val="B5B2CB"/>
                </a:solidFill>
              </a:defRPr>
            </a:lvl2pPr>
            <a:lvl3pPr>
              <a:defRPr sz="2025" b="0">
                <a:solidFill>
                  <a:srgbClr val="B5B2CB"/>
                </a:solidFill>
              </a:defRPr>
            </a:lvl3pPr>
            <a:lvl4pPr>
              <a:defRPr sz="2025" b="0">
                <a:solidFill>
                  <a:srgbClr val="B5B2CB"/>
                </a:solidFill>
              </a:defRPr>
            </a:lvl4pPr>
            <a:lvl5pPr>
              <a:defRPr sz="2025" b="0">
                <a:solidFill>
                  <a:srgbClr val="B5B2CB"/>
                </a:solidFill>
              </a:defRPr>
            </a:lvl5pPr>
            <a:lvl6pPr>
              <a:defRPr sz="2025" b="0">
                <a:solidFill>
                  <a:srgbClr val="B5B2CB"/>
                </a:solidFill>
              </a:defRPr>
            </a:lvl6pPr>
            <a:lvl7pPr>
              <a:defRPr sz="2025" b="0">
                <a:solidFill>
                  <a:srgbClr val="B5B2CB"/>
                </a:solidFill>
              </a:defRPr>
            </a:lvl7pPr>
            <a:lvl8pPr>
              <a:defRPr sz="2025" b="0">
                <a:solidFill>
                  <a:srgbClr val="B5B2CB"/>
                </a:solidFill>
              </a:defRPr>
            </a:lvl8pPr>
            <a:lvl9pPr>
              <a:defRPr sz="2025" b="0">
                <a:solidFill>
                  <a:srgbClr val="B5B2CB"/>
                </a:solidFill>
              </a:defRPr>
            </a:lvl9pPr>
          </a:lstStyle>
          <a:p xmlns:a="http://schemas.openxmlformats.org/drawingml/2006/main">
            <a:pPr>
              <a:defRPr sz="2025" b="0">
                <a:solidFill>
                  <a:srgbClr val="B5B2CB"/>
                </a:solidFill>
              </a:defRPr>
            </a:pPr>
            <a:r>
              <a:rPr sz="2025" b="0">
                <a:solidFill>
                  <a:srgbClr val="B5B2CB"/>
                </a:solidFill>
                <a:latin typeface="Arial"/>
                <a:ea typeface="Arial"/>
                <a:cs typeface="Arial"/>
              </a:rPr>
              <a:t>A revealed answer does not add independent success credit.</a:t>
            </a:r>
          </a:p>
        </p:txBody>
      </p:sp>
    </p:spTree>
    <p:extLst>
      <p:ext uri="{BB962C8B-B14F-4D97-AF65-F5344CB8AC3E}">
        <p14:creationId xmlns:p14="http://schemas.microsoft.com/office/powerpoint/2010/main" val="613846940"/>
      </p:ext>
    </p:extLst>
  </p:cSld>
</p:sld>
</file>

<file path=ppt/slides/slide5.xml><?xml version="1.0" encoding="utf-8"?>
<p:sld xmlns:p="http://schemas.openxmlformats.org/presentationml/2006/main">
  <p:cSld>
    <p:bg>
      <p:bgPr>
        <a:solidFill xmlns:a="http://schemas.openxmlformats.org/drawingml/2006/main">
          <a:srgbClr val="0B0D1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DC016B-4420-4801-8D53-1771270200A5}"/>
              </a:ext>
            </a:extLst>
          </p:cNvPr>
          <p:cNvSpPr>
            <a:spLocks xmlns:a="http://schemas.openxmlformats.org/drawingml/2006/main" noGrp="1"/>
          </p:cNvSpPr>
          <p:nvPr/>
        </p:nvSpPr>
        <p:spPr>
          <a:xfrm xmlns:a="http://schemas.openxmlformats.org/drawingml/2006/main">
            <a:off x="685800" y="6286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2FC"/>
                </a:solidFill>
              </a:defRPr>
            </a:defPPr>
            <a:lvl1pPr>
              <a:defRPr sz="3450" b="1">
                <a:solidFill>
                  <a:srgbClr val="F4F2FC"/>
                </a:solidFill>
              </a:defRPr>
            </a:lvl1pPr>
            <a:lvl2pPr>
              <a:defRPr sz="3450" b="1">
                <a:solidFill>
                  <a:srgbClr val="F4F2FC"/>
                </a:solidFill>
              </a:defRPr>
            </a:lvl2pPr>
            <a:lvl3pPr>
              <a:defRPr sz="3450" b="1">
                <a:solidFill>
                  <a:srgbClr val="F4F2FC"/>
                </a:solidFill>
              </a:defRPr>
            </a:lvl3pPr>
            <a:lvl4pPr>
              <a:defRPr sz="3450" b="1">
                <a:solidFill>
                  <a:srgbClr val="F4F2FC"/>
                </a:solidFill>
              </a:defRPr>
            </a:lvl4pPr>
            <a:lvl5pPr>
              <a:defRPr sz="3450" b="1">
                <a:solidFill>
                  <a:srgbClr val="F4F2FC"/>
                </a:solidFill>
              </a:defRPr>
            </a:lvl5pPr>
            <a:lvl6pPr>
              <a:defRPr sz="3450" b="1">
                <a:solidFill>
                  <a:srgbClr val="F4F2FC"/>
                </a:solidFill>
              </a:defRPr>
            </a:lvl6pPr>
            <a:lvl7pPr>
              <a:defRPr sz="3450" b="1">
                <a:solidFill>
                  <a:srgbClr val="F4F2FC"/>
                </a:solidFill>
              </a:defRPr>
            </a:lvl7pPr>
            <a:lvl8pPr>
              <a:defRPr sz="3450" b="1">
                <a:solidFill>
                  <a:srgbClr val="F4F2FC"/>
                </a:solidFill>
              </a:defRPr>
            </a:lvl8pPr>
            <a:lvl9pPr>
              <a:defRPr sz="3450" b="1">
                <a:solidFill>
                  <a:srgbClr val="F4F2FC"/>
                </a:solidFill>
              </a:defRPr>
            </a:lvl9pPr>
          </a:lstStyle>
          <a:p xmlns:a="http://schemas.openxmlformats.org/drawingml/2006/main">
            <a:pPr>
              <a:defRPr sz="3450" b="1">
                <a:solidFill>
                  <a:srgbClr val="F4F2FC"/>
                </a:solidFill>
              </a:defRPr>
            </a:pPr>
            <a:r>
              <a:rPr sz="3450" b="1">
                <a:solidFill>
                  <a:srgbClr val="F4F2FC"/>
                </a:solidFill>
                <a:latin typeface="Arial"/>
                <a:ea typeface="Arial"/>
                <a:cs typeface="Arial"/>
              </a:rPr>
              <a:t>Model advice and action authority</a:t>
            </a:r>
          </a:p>
        </p:txBody>
      </p:sp>
      <p:sp>
        <p:nvSpPr>
          <p:cNvPr id="2" name="">
            <a:extLst xmlns:a="http://schemas.openxmlformats.org/drawingml/2006/main">
              <a:ext uri="{FF2B5EF4-FFF2-40B4-BE49-F238E27FC236}">
                <a16:creationId xmlns:a16="http://schemas.microsoft.com/office/drawing/2014/main" id="{3CC150A2-0183-4FAE-8D61-A43633AABB5E}"/>
              </a:ext>
            </a:extLst>
          </p:cNvPr>
          <p:cNvSpPr>
            <a:spLocks xmlns:a="http://schemas.openxmlformats.org/drawingml/2006/main" noGrp="1"/>
          </p:cNvSpPr>
          <p:nvPr/>
        </p:nvSpPr>
        <p:spPr>
          <a:xfrm xmlns:a="http://schemas.openxmlformats.org/drawingml/2006/main">
            <a:off x="704850" y="2133600"/>
            <a:ext cx="504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B69AFF"/>
                </a:solidFill>
              </a:defRPr>
            </a:defPPr>
            <a:lvl1pPr>
              <a:defRPr sz="2775" b="1">
                <a:solidFill>
                  <a:srgbClr val="B69AFF"/>
                </a:solidFill>
              </a:defRPr>
            </a:lvl1pPr>
            <a:lvl2pPr>
              <a:defRPr sz="2775" b="1">
                <a:solidFill>
                  <a:srgbClr val="B69AFF"/>
                </a:solidFill>
              </a:defRPr>
            </a:lvl2pPr>
            <a:lvl3pPr>
              <a:defRPr sz="2775" b="1">
                <a:solidFill>
                  <a:srgbClr val="B69AFF"/>
                </a:solidFill>
              </a:defRPr>
            </a:lvl3pPr>
            <a:lvl4pPr>
              <a:defRPr sz="2775" b="1">
                <a:solidFill>
                  <a:srgbClr val="B69AFF"/>
                </a:solidFill>
              </a:defRPr>
            </a:lvl4pPr>
            <a:lvl5pPr>
              <a:defRPr sz="2775" b="1">
                <a:solidFill>
                  <a:srgbClr val="B69AFF"/>
                </a:solidFill>
              </a:defRPr>
            </a:lvl5pPr>
            <a:lvl6pPr>
              <a:defRPr sz="2775" b="1">
                <a:solidFill>
                  <a:srgbClr val="B69AFF"/>
                </a:solidFill>
              </a:defRPr>
            </a:lvl6pPr>
            <a:lvl7pPr>
              <a:defRPr sz="2775" b="1">
                <a:solidFill>
                  <a:srgbClr val="B69AFF"/>
                </a:solidFill>
              </a:defRPr>
            </a:lvl7pPr>
            <a:lvl8pPr>
              <a:defRPr sz="2775" b="1">
                <a:solidFill>
                  <a:srgbClr val="B69AFF"/>
                </a:solidFill>
              </a:defRPr>
            </a:lvl8pPr>
            <a:lvl9pPr>
              <a:defRPr sz="2775" b="1">
                <a:solidFill>
                  <a:srgbClr val="B69AFF"/>
                </a:solidFill>
              </a:defRPr>
            </a:lvl9pPr>
          </a:lstStyle>
          <a:p xmlns:a="http://schemas.openxmlformats.org/drawingml/2006/main">
            <a:pPr>
              <a:defRPr sz="2775" b="1">
                <a:solidFill>
                  <a:srgbClr val="B69AFF"/>
                </a:solidFill>
              </a:defRPr>
            </a:pPr>
            <a:r>
              <a:rPr sz="2775" b="1">
                <a:solidFill>
                  <a:srgbClr val="B69AFF"/>
                </a:solidFill>
                <a:latin typeface="Arial"/>
                <a:ea typeface="Arial"/>
                <a:cs typeface="Arial"/>
              </a:rPr>
              <a:t>Nebius text generation</a:t>
            </a:r>
          </a:p>
        </p:txBody>
      </p:sp>
      <p:sp>
        <p:nvSpPr>
          <p:cNvPr id="3" name="">
            <a:extLst xmlns:a="http://schemas.openxmlformats.org/drawingml/2006/main">
              <a:ext uri="{FF2B5EF4-FFF2-40B4-BE49-F238E27FC236}">
                <a16:creationId xmlns:a16="http://schemas.microsoft.com/office/drawing/2014/main" id="{3A5562E9-22B0-4ADF-8D15-EE683821DDB0}"/>
              </a:ext>
            </a:extLst>
          </p:cNvPr>
          <p:cNvSpPr>
            <a:spLocks xmlns:a="http://schemas.openxmlformats.org/drawingml/2006/main" noGrp="1"/>
          </p:cNvSpPr>
          <p:nvPr/>
        </p:nvSpPr>
        <p:spPr>
          <a:xfrm xmlns:a="http://schemas.openxmlformats.org/drawingml/2006/main">
            <a:off x="704850" y="3067050"/>
            <a:ext cx="4762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4F2FC"/>
                </a:solidFill>
              </a:defRPr>
            </a:defPPr>
            <a:lvl1pPr>
              <a:defRPr sz="2325" b="0">
                <a:solidFill>
                  <a:srgbClr val="F4F2FC"/>
                </a:solidFill>
              </a:defRPr>
            </a:lvl1pPr>
            <a:lvl2pPr>
              <a:defRPr sz="2325" b="0">
                <a:solidFill>
                  <a:srgbClr val="F4F2FC"/>
                </a:solidFill>
              </a:defRPr>
            </a:lvl2pPr>
            <a:lvl3pPr>
              <a:defRPr sz="2325" b="0">
                <a:solidFill>
                  <a:srgbClr val="F4F2FC"/>
                </a:solidFill>
              </a:defRPr>
            </a:lvl3pPr>
            <a:lvl4pPr>
              <a:defRPr sz="2325" b="0">
                <a:solidFill>
                  <a:srgbClr val="F4F2FC"/>
                </a:solidFill>
              </a:defRPr>
            </a:lvl4pPr>
            <a:lvl5pPr>
              <a:defRPr sz="2325" b="0">
                <a:solidFill>
                  <a:srgbClr val="F4F2FC"/>
                </a:solidFill>
              </a:defRPr>
            </a:lvl5pPr>
            <a:lvl6pPr>
              <a:defRPr sz="2325" b="0">
                <a:solidFill>
                  <a:srgbClr val="F4F2FC"/>
                </a:solidFill>
              </a:defRPr>
            </a:lvl6pPr>
            <a:lvl7pPr>
              <a:defRPr sz="2325" b="0">
                <a:solidFill>
                  <a:srgbClr val="F4F2FC"/>
                </a:solidFill>
              </a:defRPr>
            </a:lvl7pPr>
            <a:lvl8pPr>
              <a:defRPr sz="2325" b="0">
                <a:solidFill>
                  <a:srgbClr val="F4F2FC"/>
                </a:solidFill>
              </a:defRPr>
            </a:lvl8pPr>
            <a:lvl9pPr>
              <a:defRPr sz="2325" b="0">
                <a:solidFill>
                  <a:srgbClr val="F4F2FC"/>
                </a:solidFill>
              </a:defRPr>
            </a:lvl9pPr>
          </a:lstStyle>
          <a:p xmlns:a="http://schemas.openxmlformats.org/drawingml/2006/main">
            <a:pPr>
              <a:defRPr sz="2325" b="0">
                <a:solidFill>
                  <a:srgbClr val="F4F2FC"/>
                </a:solidFill>
              </a:defRPr>
            </a:pPr>
            <a:r>
              <a:rPr sz="2325" b="0">
                <a:solidFill>
                  <a:srgbClr val="F4F2FC"/>
                </a:solidFill>
                <a:latin typeface="Arial"/>
                <a:ea typeface="Arial"/>
                <a:cs typeface="Arial"/>
              </a:rPr>
              <a:t>Open-ended explanation and reusable skill instructions</a:t>
            </a:r>
          </a:p>
        </p:txBody>
      </p:sp>
      <p:sp>
        <p:nvSpPr>
          <p:cNvPr id="4" name="">
            <a:extLst xmlns:a="http://schemas.openxmlformats.org/drawingml/2006/main">
              <a:ext uri="{FF2B5EF4-FFF2-40B4-BE49-F238E27FC236}">
                <a16:creationId xmlns:a16="http://schemas.microsoft.com/office/drawing/2014/main" id="{BF56B7AC-03A7-4340-AEA0-435E585D285C}"/>
              </a:ext>
            </a:extLst>
          </p:cNvPr>
          <p:cNvSpPr>
            <a:spLocks xmlns:a="http://schemas.openxmlformats.org/drawingml/2006/main" noGrp="1"/>
          </p:cNvSpPr>
          <p:nvPr/>
        </p:nvSpPr>
        <p:spPr>
          <a:xfrm xmlns:a="http://schemas.openxmlformats.org/drawingml/2006/main">
            <a:off x="6705600" y="2133600"/>
            <a:ext cx="4648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94DEC1"/>
                </a:solidFill>
              </a:defRPr>
            </a:defPPr>
            <a:lvl1pPr>
              <a:defRPr sz="2775" b="1">
                <a:solidFill>
                  <a:srgbClr val="94DEC1"/>
                </a:solidFill>
              </a:defRPr>
            </a:lvl1pPr>
            <a:lvl2pPr>
              <a:defRPr sz="2775" b="1">
                <a:solidFill>
                  <a:srgbClr val="94DEC1"/>
                </a:solidFill>
              </a:defRPr>
            </a:lvl2pPr>
            <a:lvl3pPr>
              <a:defRPr sz="2775" b="1">
                <a:solidFill>
                  <a:srgbClr val="94DEC1"/>
                </a:solidFill>
              </a:defRPr>
            </a:lvl3pPr>
            <a:lvl4pPr>
              <a:defRPr sz="2775" b="1">
                <a:solidFill>
                  <a:srgbClr val="94DEC1"/>
                </a:solidFill>
              </a:defRPr>
            </a:lvl4pPr>
            <a:lvl5pPr>
              <a:defRPr sz="2775" b="1">
                <a:solidFill>
                  <a:srgbClr val="94DEC1"/>
                </a:solidFill>
              </a:defRPr>
            </a:lvl5pPr>
            <a:lvl6pPr>
              <a:defRPr sz="2775" b="1">
                <a:solidFill>
                  <a:srgbClr val="94DEC1"/>
                </a:solidFill>
              </a:defRPr>
            </a:lvl6pPr>
            <a:lvl7pPr>
              <a:defRPr sz="2775" b="1">
                <a:solidFill>
                  <a:srgbClr val="94DEC1"/>
                </a:solidFill>
              </a:defRPr>
            </a:lvl7pPr>
            <a:lvl8pPr>
              <a:defRPr sz="2775" b="1">
                <a:solidFill>
                  <a:srgbClr val="94DEC1"/>
                </a:solidFill>
              </a:defRPr>
            </a:lvl8pPr>
            <a:lvl9pPr>
              <a:defRPr sz="2775" b="1">
                <a:solidFill>
                  <a:srgbClr val="94DEC1"/>
                </a:solidFill>
              </a:defRPr>
            </a:lvl9pPr>
          </a:lstStyle>
          <a:p xmlns:a="http://schemas.openxmlformats.org/drawingml/2006/main">
            <a:pPr>
              <a:defRPr sz="2775" b="1">
                <a:solidFill>
                  <a:srgbClr val="94DEC1"/>
                </a:solidFill>
              </a:defRPr>
            </a:pPr>
            <a:r>
              <a:rPr sz="2775" b="1">
                <a:solidFill>
                  <a:srgbClr val="94DEC1"/>
                </a:solidFill>
                <a:latin typeface="Arial"/>
                <a:ea typeface="Arial"/>
                <a:cs typeface="Arial"/>
              </a:rPr>
              <a:t>Server-side decisions</a:t>
            </a:r>
          </a:p>
        </p:txBody>
      </p:sp>
      <p:sp>
        <p:nvSpPr>
          <p:cNvPr id="5" name="">
            <a:extLst xmlns:a="http://schemas.openxmlformats.org/drawingml/2006/main">
              <a:ext uri="{FF2B5EF4-FFF2-40B4-BE49-F238E27FC236}">
                <a16:creationId xmlns:a16="http://schemas.microsoft.com/office/drawing/2014/main" id="{3EA0217F-0154-486E-95C2-DBF58ECF26FF}"/>
              </a:ext>
            </a:extLst>
          </p:cNvPr>
          <p:cNvSpPr>
            <a:spLocks xmlns:a="http://schemas.openxmlformats.org/drawingml/2006/main" noGrp="1"/>
          </p:cNvSpPr>
          <p:nvPr/>
        </p:nvSpPr>
        <p:spPr>
          <a:xfrm xmlns:a="http://schemas.openxmlformats.org/drawingml/2006/main">
            <a:off x="6705600" y="3067050"/>
            <a:ext cx="44767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4F2FC"/>
                </a:solidFill>
              </a:defRPr>
            </a:defPPr>
            <a:lvl1pPr>
              <a:defRPr sz="2325" b="0">
                <a:solidFill>
                  <a:srgbClr val="F4F2FC"/>
                </a:solidFill>
              </a:defRPr>
            </a:lvl1pPr>
            <a:lvl2pPr>
              <a:defRPr sz="2325" b="0">
                <a:solidFill>
                  <a:srgbClr val="F4F2FC"/>
                </a:solidFill>
              </a:defRPr>
            </a:lvl2pPr>
            <a:lvl3pPr>
              <a:defRPr sz="2325" b="0">
                <a:solidFill>
                  <a:srgbClr val="F4F2FC"/>
                </a:solidFill>
              </a:defRPr>
            </a:lvl3pPr>
            <a:lvl4pPr>
              <a:defRPr sz="2325" b="0">
                <a:solidFill>
                  <a:srgbClr val="F4F2FC"/>
                </a:solidFill>
              </a:defRPr>
            </a:lvl4pPr>
            <a:lvl5pPr>
              <a:defRPr sz="2325" b="0">
                <a:solidFill>
                  <a:srgbClr val="F4F2FC"/>
                </a:solidFill>
              </a:defRPr>
            </a:lvl5pPr>
            <a:lvl6pPr>
              <a:defRPr sz="2325" b="0">
                <a:solidFill>
                  <a:srgbClr val="F4F2FC"/>
                </a:solidFill>
              </a:defRPr>
            </a:lvl6pPr>
            <a:lvl7pPr>
              <a:defRPr sz="2325" b="0">
                <a:solidFill>
                  <a:srgbClr val="F4F2FC"/>
                </a:solidFill>
              </a:defRPr>
            </a:lvl7pPr>
            <a:lvl8pPr>
              <a:defRPr sz="2325" b="0">
                <a:solidFill>
                  <a:srgbClr val="F4F2FC"/>
                </a:solidFill>
              </a:defRPr>
            </a:lvl8pPr>
            <a:lvl9pPr>
              <a:defRPr sz="2325" b="0">
                <a:solidFill>
                  <a:srgbClr val="F4F2FC"/>
                </a:solidFill>
              </a:defRPr>
            </a:lvl9pPr>
          </a:lstStyle>
          <a:p xmlns:a="http://schemas.openxmlformats.org/drawingml/2006/main">
            <a:pPr>
              <a:defRPr sz="2325" b="0">
                <a:solidFill>
                  <a:srgbClr val="F4F2FC"/>
                </a:solidFill>
              </a:defRPr>
            </a:pPr>
            <a:r>
              <a:rPr sz="2325" b="0">
                <a:solidFill>
                  <a:srgbClr val="F4F2FC"/>
                </a:solidFill>
                <a:latin typeface="Arial"/>
                <a:ea typeface="Arial"/>
                <a:cs typeface="Arial"/>
              </a:rPr>
              <a:t>Permission checks, exact stored payloads, single-use approval and conflict checks</a:t>
            </a:r>
          </a:p>
        </p:txBody>
      </p:sp>
      <p:sp>
        <p:nvSpPr>
          <p:cNvPr id="6" name="">
            <a:extLst xmlns:a="http://schemas.openxmlformats.org/drawingml/2006/main">
              <a:ext uri="{FF2B5EF4-FFF2-40B4-BE49-F238E27FC236}">
                <a16:creationId xmlns:a16="http://schemas.microsoft.com/office/drawing/2014/main" id="{29415BA1-B4B8-4213-AA30-E0B02CA8F3A8}"/>
              </a:ext>
            </a:extLst>
          </p:cNvPr>
          <p:cNvSpPr>
            <a:spLocks xmlns:a="http://schemas.openxmlformats.org/drawingml/2006/main" noGrp="1"/>
          </p:cNvSpPr>
          <p:nvPr/>
        </p:nvSpPr>
        <p:spPr>
          <a:xfrm xmlns:a="http://schemas.openxmlformats.org/drawingml/2006/main">
            <a:off x="704850" y="55054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EDC18D"/>
                </a:solidFill>
              </a:defRPr>
            </a:defPPr>
            <a:lvl1pPr>
              <a:defRPr sz="2100" b="1">
                <a:solidFill>
                  <a:srgbClr val="EDC18D"/>
                </a:solidFill>
              </a:defRPr>
            </a:lvl1pPr>
            <a:lvl2pPr>
              <a:defRPr sz="2100" b="1">
                <a:solidFill>
                  <a:srgbClr val="EDC18D"/>
                </a:solidFill>
              </a:defRPr>
            </a:lvl2pPr>
            <a:lvl3pPr>
              <a:defRPr sz="2100" b="1">
                <a:solidFill>
                  <a:srgbClr val="EDC18D"/>
                </a:solidFill>
              </a:defRPr>
            </a:lvl3pPr>
            <a:lvl4pPr>
              <a:defRPr sz="2100" b="1">
                <a:solidFill>
                  <a:srgbClr val="EDC18D"/>
                </a:solidFill>
              </a:defRPr>
            </a:lvl4pPr>
            <a:lvl5pPr>
              <a:defRPr sz="2100" b="1">
                <a:solidFill>
                  <a:srgbClr val="EDC18D"/>
                </a:solidFill>
              </a:defRPr>
            </a:lvl5pPr>
            <a:lvl6pPr>
              <a:defRPr sz="2100" b="1">
                <a:solidFill>
                  <a:srgbClr val="EDC18D"/>
                </a:solidFill>
              </a:defRPr>
            </a:lvl6pPr>
            <a:lvl7pPr>
              <a:defRPr sz="2100" b="1">
                <a:solidFill>
                  <a:srgbClr val="EDC18D"/>
                </a:solidFill>
              </a:defRPr>
            </a:lvl7pPr>
            <a:lvl8pPr>
              <a:defRPr sz="2100" b="1">
                <a:solidFill>
                  <a:srgbClr val="EDC18D"/>
                </a:solidFill>
              </a:defRPr>
            </a:lvl8pPr>
            <a:lvl9pPr>
              <a:defRPr sz="2100" b="1">
                <a:solidFill>
                  <a:srgbClr val="EDC18D"/>
                </a:solidFill>
              </a:defRPr>
            </a:lvl9pPr>
          </a:lstStyle>
          <a:p xmlns:a="http://schemas.openxmlformats.org/drawingml/2006/main">
            <a:pPr>
              <a:defRPr sz="2100" b="1">
                <a:solidFill>
                  <a:srgbClr val="EDC18D"/>
                </a:solidFill>
              </a:defRPr>
            </a:pPr>
            <a:r>
              <a:rPr sz="2100" b="1">
                <a:solidFill>
                  <a:srgbClr val="EDC18D"/>
                </a:solidFill>
                <a:latin typeface="Arial"/>
                <a:ea typeface="Arial"/>
                <a:cs typeface="Arial"/>
              </a:rPr>
              <a:t>Live NVIDIA model verification remains pending</a:t>
            </a:r>
          </a:p>
        </p:txBody>
      </p:sp>
    </p:spTree>
    <p:extLst>
      <p:ext uri="{BB962C8B-B14F-4D97-AF65-F5344CB8AC3E}">
        <p14:creationId xmlns:p14="http://schemas.microsoft.com/office/powerpoint/2010/main" val="235861556"/>
      </p:ext>
    </p:extLst>
  </p:cSld>
</p:sld>
</file>

<file path=ppt/slides/slide6.xml><?xml version="1.0" encoding="utf-8"?>
<p:sld xmlns:p="http://schemas.openxmlformats.org/presentationml/2006/main">
  <p:cSld>
    <p:bg>
      <p:bgPr>
        <a:solidFill xmlns:a="http://schemas.openxmlformats.org/drawingml/2006/main">
          <a:srgbClr val="0B0D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68E024-5A63-4755-B204-75102461347B}"/>
              </a:ext>
            </a:extLst>
          </p:cNvPr>
          <p:cNvSpPr>
            <a:spLocks xmlns:a="http://schemas.openxmlformats.org/drawingml/2006/main" noGrp="1"/>
          </p:cNvSpPr>
          <p:nvPr/>
        </p:nvSpPr>
        <p:spPr>
          <a:xfrm xmlns:a="http://schemas.openxmlformats.org/drawingml/2006/main">
            <a:off x="685800" y="6286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2FC"/>
                </a:solidFill>
              </a:defRPr>
            </a:defPPr>
            <a:lvl1pPr>
              <a:defRPr sz="3450" b="1">
                <a:solidFill>
                  <a:srgbClr val="F4F2FC"/>
                </a:solidFill>
              </a:defRPr>
            </a:lvl1pPr>
            <a:lvl2pPr>
              <a:defRPr sz="3450" b="1">
                <a:solidFill>
                  <a:srgbClr val="F4F2FC"/>
                </a:solidFill>
              </a:defRPr>
            </a:lvl2pPr>
            <a:lvl3pPr>
              <a:defRPr sz="3450" b="1">
                <a:solidFill>
                  <a:srgbClr val="F4F2FC"/>
                </a:solidFill>
              </a:defRPr>
            </a:lvl3pPr>
            <a:lvl4pPr>
              <a:defRPr sz="3450" b="1">
                <a:solidFill>
                  <a:srgbClr val="F4F2FC"/>
                </a:solidFill>
              </a:defRPr>
            </a:lvl4pPr>
            <a:lvl5pPr>
              <a:defRPr sz="3450" b="1">
                <a:solidFill>
                  <a:srgbClr val="F4F2FC"/>
                </a:solidFill>
              </a:defRPr>
            </a:lvl5pPr>
            <a:lvl6pPr>
              <a:defRPr sz="3450" b="1">
                <a:solidFill>
                  <a:srgbClr val="F4F2FC"/>
                </a:solidFill>
              </a:defRPr>
            </a:lvl6pPr>
            <a:lvl7pPr>
              <a:defRPr sz="3450" b="1">
                <a:solidFill>
                  <a:srgbClr val="F4F2FC"/>
                </a:solidFill>
              </a:defRPr>
            </a:lvl7pPr>
            <a:lvl8pPr>
              <a:defRPr sz="3450" b="1">
                <a:solidFill>
                  <a:srgbClr val="F4F2FC"/>
                </a:solidFill>
              </a:defRPr>
            </a:lvl8pPr>
            <a:lvl9pPr>
              <a:defRPr sz="3450" b="1">
                <a:solidFill>
                  <a:srgbClr val="F4F2FC"/>
                </a:solidFill>
              </a:defRPr>
            </a:lvl9pPr>
          </a:lstStyle>
          <a:p xmlns:a="http://schemas.openxmlformats.org/drawingml/2006/main">
            <a:pPr>
              <a:defRPr sz="3450" b="1">
                <a:solidFill>
                  <a:srgbClr val="F4F2FC"/>
                </a:solidFill>
              </a:defRPr>
            </a:pPr>
            <a:r>
              <a:rPr sz="3450" b="1">
                <a:solidFill>
                  <a:srgbClr val="F4F2FC"/>
                </a:solidFill>
                <a:latin typeface="Arial"/>
                <a:ea typeface="Arial"/>
                <a:cs typeface="Arial"/>
              </a:rPr>
              <a:t>Approval is part of the product</a:t>
            </a:r>
          </a:p>
        </p:txBody>
      </p:sp>
      <p:sp>
        <p:nvSpPr>
          <p:cNvPr id="2" name="">
            <a:extLst xmlns:a="http://schemas.openxmlformats.org/drawingml/2006/main">
              <a:ext uri="{FF2B5EF4-FFF2-40B4-BE49-F238E27FC236}">
                <a16:creationId xmlns:a16="http://schemas.microsoft.com/office/drawing/2014/main" id="{C2082C16-439F-4DDD-B811-1687A7469A85}"/>
              </a:ext>
            </a:extLst>
          </p:cNvPr>
          <p:cNvSpPr>
            <a:spLocks xmlns:a="http://schemas.openxmlformats.org/drawingml/2006/main" noGrp="1"/>
          </p:cNvSpPr>
          <p:nvPr/>
        </p:nvSpPr>
        <p:spPr>
          <a:xfrm xmlns:a="http://schemas.openxmlformats.org/drawingml/2006/main">
            <a:off x="704850" y="2076450"/>
            <a:ext cx="51149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B69AFF"/>
                </a:solidFill>
              </a:defRPr>
            </a:defPPr>
            <a:lvl1pPr>
              <a:defRPr sz="2625" b="1">
                <a:solidFill>
                  <a:srgbClr val="B69AFF"/>
                </a:solidFill>
              </a:defRPr>
            </a:lvl1pPr>
            <a:lvl2pPr>
              <a:defRPr sz="2625" b="1">
                <a:solidFill>
                  <a:srgbClr val="B69AFF"/>
                </a:solidFill>
              </a:defRPr>
            </a:lvl2pPr>
            <a:lvl3pPr>
              <a:defRPr sz="2625" b="1">
                <a:solidFill>
                  <a:srgbClr val="B69AFF"/>
                </a:solidFill>
              </a:defRPr>
            </a:lvl3pPr>
            <a:lvl4pPr>
              <a:defRPr sz="2625" b="1">
                <a:solidFill>
                  <a:srgbClr val="B69AFF"/>
                </a:solidFill>
              </a:defRPr>
            </a:lvl4pPr>
            <a:lvl5pPr>
              <a:defRPr sz="2625" b="1">
                <a:solidFill>
                  <a:srgbClr val="B69AFF"/>
                </a:solidFill>
              </a:defRPr>
            </a:lvl5pPr>
            <a:lvl6pPr>
              <a:defRPr sz="2625" b="1">
                <a:solidFill>
                  <a:srgbClr val="B69AFF"/>
                </a:solidFill>
              </a:defRPr>
            </a:lvl6pPr>
            <a:lvl7pPr>
              <a:defRPr sz="2625" b="1">
                <a:solidFill>
                  <a:srgbClr val="B69AFF"/>
                </a:solidFill>
              </a:defRPr>
            </a:lvl7pPr>
            <a:lvl8pPr>
              <a:defRPr sz="2625" b="1">
                <a:solidFill>
                  <a:srgbClr val="B69AFF"/>
                </a:solidFill>
              </a:defRPr>
            </a:lvl8pPr>
            <a:lvl9pPr>
              <a:defRPr sz="2625" b="1">
                <a:solidFill>
                  <a:srgbClr val="B69AFF"/>
                </a:solidFill>
              </a:defRPr>
            </a:lvl9pPr>
          </a:lstStyle>
          <a:p xmlns:a="http://schemas.openxmlformats.org/drawingml/2006/main">
            <a:pPr>
              <a:defRPr sz="2625" b="1">
                <a:solidFill>
                  <a:srgbClr val="B69AFF"/>
                </a:solidFill>
              </a:defRPr>
            </a:pPr>
            <a:r>
              <a:rPr sz="2625" b="1">
                <a:solidFill>
                  <a:srgbClr val="B69AFF"/>
                </a:solidFill>
                <a:latin typeface="Arial"/>
                <a:ea typeface="Arial"/>
                <a:cs typeface="Arial"/>
              </a:rPr>
              <a:t>Exact proposal</a:t>
            </a:r>
          </a:p>
        </p:txBody>
      </p:sp>
      <p:sp>
        <p:nvSpPr>
          <p:cNvPr id="3" name="">
            <a:extLst xmlns:a="http://schemas.openxmlformats.org/drawingml/2006/main">
              <a:ext uri="{FF2B5EF4-FFF2-40B4-BE49-F238E27FC236}">
                <a16:creationId xmlns:a16="http://schemas.microsoft.com/office/drawing/2014/main" id="{9306FB52-5A92-483B-B16C-15573036BE38}"/>
              </a:ext>
            </a:extLst>
          </p:cNvPr>
          <p:cNvSpPr>
            <a:spLocks xmlns:a="http://schemas.openxmlformats.org/drawingml/2006/main" noGrp="1"/>
          </p:cNvSpPr>
          <p:nvPr/>
        </p:nvSpPr>
        <p:spPr>
          <a:xfrm xmlns:a="http://schemas.openxmlformats.org/drawingml/2006/main">
            <a:off x="704850" y="2876550"/>
            <a:ext cx="50292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F4F2FC"/>
                </a:solidFill>
              </a:defRPr>
            </a:defPPr>
            <a:lvl1pPr>
              <a:defRPr sz="2250" b="0">
                <a:solidFill>
                  <a:srgbClr val="F4F2FC"/>
                </a:solidFill>
              </a:defRPr>
            </a:lvl1pPr>
            <a:lvl2pPr>
              <a:defRPr sz="2250" b="0">
                <a:solidFill>
                  <a:srgbClr val="F4F2FC"/>
                </a:solidFill>
              </a:defRPr>
            </a:lvl2pPr>
            <a:lvl3pPr>
              <a:defRPr sz="2250" b="0">
                <a:solidFill>
                  <a:srgbClr val="F4F2FC"/>
                </a:solidFill>
              </a:defRPr>
            </a:lvl3pPr>
            <a:lvl4pPr>
              <a:defRPr sz="2250" b="0">
                <a:solidFill>
                  <a:srgbClr val="F4F2FC"/>
                </a:solidFill>
              </a:defRPr>
            </a:lvl4pPr>
            <a:lvl5pPr>
              <a:defRPr sz="2250" b="0">
                <a:solidFill>
                  <a:srgbClr val="F4F2FC"/>
                </a:solidFill>
              </a:defRPr>
            </a:lvl5pPr>
            <a:lvl6pPr>
              <a:defRPr sz="2250" b="0">
                <a:solidFill>
                  <a:srgbClr val="F4F2FC"/>
                </a:solidFill>
              </a:defRPr>
            </a:lvl6pPr>
            <a:lvl7pPr>
              <a:defRPr sz="2250" b="0">
                <a:solidFill>
                  <a:srgbClr val="F4F2FC"/>
                </a:solidFill>
              </a:defRPr>
            </a:lvl7pPr>
            <a:lvl8pPr>
              <a:defRPr sz="2250" b="0">
                <a:solidFill>
                  <a:srgbClr val="F4F2FC"/>
                </a:solidFill>
              </a:defRPr>
            </a:lvl8pPr>
            <a:lvl9pPr>
              <a:defRPr sz="2250" b="0">
                <a:solidFill>
                  <a:srgbClr val="F4F2FC"/>
                </a:solidFill>
              </a:defRPr>
            </a:lvl9pPr>
          </a:lstStyle>
          <a:p xmlns:a="http://schemas.openxmlformats.org/drawingml/2006/main">
            <a:pPr>
              <a:defRPr sz="2250" b="0">
                <a:solidFill>
                  <a:srgbClr val="F4F2FC"/>
                </a:solidFill>
              </a:defRPr>
            </a:pPr>
            <a:r>
              <a:rPr sz="2250" b="0">
                <a:solidFill>
                  <a:srgbClr val="F4F2FC"/>
                </a:solidFill>
                <a:latin typeface="Arial"/>
                <a:ea typeface="Arial"/>
                <a:cs typeface="Arial"/>
              </a:rPr>
              <a:t>The user chooses the title and time. The server checks permission and conflicts again at approval.</a:t>
            </a:r>
          </a:p>
        </p:txBody>
      </p:sp>
      <p:sp>
        <p:nvSpPr>
          <p:cNvPr id="4" name="">
            <a:extLst xmlns:a="http://schemas.openxmlformats.org/drawingml/2006/main">
              <a:ext uri="{FF2B5EF4-FFF2-40B4-BE49-F238E27FC236}">
                <a16:creationId xmlns:a16="http://schemas.microsoft.com/office/drawing/2014/main" id="{CC80765A-ED87-4958-986B-59EC912F29AC}"/>
              </a:ext>
            </a:extLst>
          </p:cNvPr>
          <p:cNvSpPr>
            <a:spLocks xmlns:a="http://schemas.openxmlformats.org/drawingml/2006/main" noGrp="1"/>
          </p:cNvSpPr>
          <p:nvPr/>
        </p:nvSpPr>
        <p:spPr>
          <a:xfrm xmlns:a="http://schemas.openxmlformats.org/drawingml/2006/main">
            <a:off x="704850" y="5095875"/>
            <a:ext cx="5029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5B2CB"/>
                </a:solidFill>
              </a:defRPr>
            </a:defPPr>
            <a:lvl1pPr>
              <a:defRPr sz="1950" b="0">
                <a:solidFill>
                  <a:srgbClr val="B5B2CB"/>
                </a:solidFill>
              </a:defRPr>
            </a:lvl1pPr>
            <a:lvl2pPr>
              <a:defRPr sz="1950" b="0">
                <a:solidFill>
                  <a:srgbClr val="B5B2CB"/>
                </a:solidFill>
              </a:defRPr>
            </a:lvl2pPr>
            <a:lvl3pPr>
              <a:defRPr sz="1950" b="0">
                <a:solidFill>
                  <a:srgbClr val="B5B2CB"/>
                </a:solidFill>
              </a:defRPr>
            </a:lvl3pPr>
            <a:lvl4pPr>
              <a:defRPr sz="1950" b="0">
                <a:solidFill>
                  <a:srgbClr val="B5B2CB"/>
                </a:solidFill>
              </a:defRPr>
            </a:lvl4pPr>
            <a:lvl5pPr>
              <a:defRPr sz="1950" b="0">
                <a:solidFill>
                  <a:srgbClr val="B5B2CB"/>
                </a:solidFill>
              </a:defRPr>
            </a:lvl5pPr>
            <a:lvl6pPr>
              <a:defRPr sz="1950" b="0">
                <a:solidFill>
                  <a:srgbClr val="B5B2CB"/>
                </a:solidFill>
              </a:defRPr>
            </a:lvl6pPr>
            <a:lvl7pPr>
              <a:defRPr sz="1950" b="0">
                <a:solidFill>
                  <a:srgbClr val="B5B2CB"/>
                </a:solidFill>
              </a:defRPr>
            </a:lvl7pPr>
            <a:lvl8pPr>
              <a:defRPr sz="1950" b="0">
                <a:solidFill>
                  <a:srgbClr val="B5B2CB"/>
                </a:solidFill>
              </a:defRPr>
            </a:lvl8pPr>
            <a:lvl9pPr>
              <a:defRPr sz="1950" b="0">
                <a:solidFill>
                  <a:srgbClr val="B5B2CB"/>
                </a:solidFill>
              </a:defRPr>
            </a:lvl9pPr>
          </a:lstStyle>
          <a:p xmlns:a="http://schemas.openxmlformats.org/drawingml/2006/main">
            <a:pPr>
              <a:defRPr sz="1950" b="0">
                <a:solidFill>
                  <a:srgbClr val="B5B2CB"/>
                </a:solidFill>
              </a:defRPr>
            </a:pPr>
            <a:r>
              <a:rPr sz="1950" b="0">
                <a:solidFill>
                  <a:srgbClr val="B5B2CB"/>
                </a:solidFill>
                <a:latin typeface="Arial"/>
                <a:ea typeface="Arial"/>
                <a:cs typeface="Arial"/>
              </a:rPr>
              <a:t>Calendar remains a local mock. ICS export lets the user choose a manual import.</a:t>
            </a:r>
          </a:p>
        </p:txBody>
      </p:sp>
      <p:pic>
        <p:nvPicPr>
          <p:cNvPr id="5" name="">
            <a:extLst xmlns:a="http://schemas.openxmlformats.org/drawingml/2006/main">
              <a:ext uri="{FF2B5EF4-FFF2-40B4-BE49-F238E27FC236}">
                <a16:creationId xmlns:a16="http://schemas.microsoft.com/office/drawing/2014/main" id="{346F1EAD-4FE8-4042-A925-8A9203510B27}"/>
              </a:ext>
            </a:extLst>
          </p:cNvPr>
          <p:cNvPicPr>
            <a:picLocks xmlns:a="http://schemas.openxmlformats.org/drawingml/2006/main" noChangeAspect="1"/>
          </p:cNvPicPr>
          <p:nvPr/>
        </p:nvPicPr>
        <p:blipFill>
          <a:blip xmlns:r="http://schemas.openxmlformats.org/officeDocument/2006/relationships" xmlns:a="http://schemas.openxmlformats.org/drawingml/2006/main" r:embed="R3775d6e66ae54e89"/>
          <a:stretch xmlns:a="http://schemas.openxmlformats.org/drawingml/2006/main"/>
        </p:blipFill>
        <p:spPr>
          <a:xfrm xmlns:a="http://schemas.openxmlformats.org/drawingml/2006/main">
            <a:off x="7080508" y="1628775"/>
            <a:ext cx="4184135" cy="4752975"/>
          </a:xfrm>
          <a:prstGeom xmlns:a="http://schemas.openxmlformats.org/drawingml/2006/main" prst="rect">
            <a:avLst/>
          </a:prstGeom>
        </p:spPr>
      </p:pic>
    </p:spTree>
    <p:extLst>
      <p:ext uri="{BB962C8B-B14F-4D97-AF65-F5344CB8AC3E}">
        <p14:creationId xmlns:p14="http://schemas.microsoft.com/office/powerpoint/2010/main" val="1461326074"/>
      </p:ext>
    </p:extLst>
  </p:cSld>
</p:sld>
</file>

<file path=ppt/slides/slide7.xml><?xml version="1.0" encoding="utf-8"?>
<p:sld xmlns:p="http://schemas.openxmlformats.org/presentationml/2006/main">
  <p:cSld>
    <p:bg>
      <p:bgPr>
        <a:solidFill xmlns:a="http://schemas.openxmlformats.org/drawingml/2006/main">
          <a:srgbClr val="0B0D1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A1E1DB-A299-45DD-9EC1-BD84A7781004}"/>
              </a:ext>
            </a:extLst>
          </p:cNvPr>
          <p:cNvSpPr>
            <a:spLocks xmlns:a="http://schemas.openxmlformats.org/drawingml/2006/main" noGrp="1"/>
          </p:cNvSpPr>
          <p:nvPr/>
        </p:nvSpPr>
        <p:spPr>
          <a:xfrm xmlns:a="http://schemas.openxmlformats.org/drawingml/2006/main">
            <a:off x="685800" y="6286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2FC"/>
                </a:solidFill>
              </a:defRPr>
            </a:defPPr>
            <a:lvl1pPr>
              <a:defRPr sz="3450" b="1">
                <a:solidFill>
                  <a:srgbClr val="F4F2FC"/>
                </a:solidFill>
              </a:defRPr>
            </a:lvl1pPr>
            <a:lvl2pPr>
              <a:defRPr sz="3450" b="1">
                <a:solidFill>
                  <a:srgbClr val="F4F2FC"/>
                </a:solidFill>
              </a:defRPr>
            </a:lvl2pPr>
            <a:lvl3pPr>
              <a:defRPr sz="3450" b="1">
                <a:solidFill>
                  <a:srgbClr val="F4F2FC"/>
                </a:solidFill>
              </a:defRPr>
            </a:lvl3pPr>
            <a:lvl4pPr>
              <a:defRPr sz="3450" b="1">
                <a:solidFill>
                  <a:srgbClr val="F4F2FC"/>
                </a:solidFill>
              </a:defRPr>
            </a:lvl4pPr>
            <a:lvl5pPr>
              <a:defRPr sz="3450" b="1">
                <a:solidFill>
                  <a:srgbClr val="F4F2FC"/>
                </a:solidFill>
              </a:defRPr>
            </a:lvl5pPr>
            <a:lvl6pPr>
              <a:defRPr sz="3450" b="1">
                <a:solidFill>
                  <a:srgbClr val="F4F2FC"/>
                </a:solidFill>
              </a:defRPr>
            </a:lvl6pPr>
            <a:lvl7pPr>
              <a:defRPr sz="3450" b="1">
                <a:solidFill>
                  <a:srgbClr val="F4F2FC"/>
                </a:solidFill>
              </a:defRPr>
            </a:lvl7pPr>
            <a:lvl8pPr>
              <a:defRPr sz="3450" b="1">
                <a:solidFill>
                  <a:srgbClr val="F4F2FC"/>
                </a:solidFill>
              </a:defRPr>
            </a:lvl8pPr>
            <a:lvl9pPr>
              <a:defRPr sz="3450" b="1">
                <a:solidFill>
                  <a:srgbClr val="F4F2FC"/>
                </a:solidFill>
              </a:defRPr>
            </a:lvl9pPr>
          </a:lstStyle>
          <a:p xmlns:a="http://schemas.openxmlformats.org/drawingml/2006/main">
            <a:pPr>
              <a:defRPr sz="3450" b="1">
                <a:solidFill>
                  <a:srgbClr val="F4F2FC"/>
                </a:solidFill>
              </a:defRPr>
            </a:pPr>
            <a:r>
              <a:rPr sz="3450" b="1">
                <a:solidFill>
                  <a:srgbClr val="F4F2FC"/>
                </a:solidFill>
                <a:latin typeface="Arial"/>
                <a:ea typeface="Arial"/>
                <a:cs typeface="Arial"/>
              </a:rPr>
              <a:t>Next validation</a:t>
            </a:r>
          </a:p>
        </p:txBody>
      </p:sp>
      <p:sp>
        <p:nvSpPr>
          <p:cNvPr id="2" name="">
            <a:extLst xmlns:a="http://schemas.openxmlformats.org/drawingml/2006/main">
              <a:ext uri="{FF2B5EF4-FFF2-40B4-BE49-F238E27FC236}">
                <a16:creationId xmlns:a16="http://schemas.microsoft.com/office/drawing/2014/main" id="{2D19E539-4934-45F5-94FF-077300615D94}"/>
              </a:ext>
            </a:extLst>
          </p:cNvPr>
          <p:cNvSpPr>
            <a:spLocks xmlns:a="http://schemas.openxmlformats.org/drawingml/2006/main" noGrp="1"/>
          </p:cNvSpPr>
          <p:nvPr/>
        </p:nvSpPr>
        <p:spPr>
          <a:xfrm xmlns:a="http://schemas.openxmlformats.org/drawingml/2006/main">
            <a:off x="704850" y="2085975"/>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F4F2FC"/>
                </a:solidFill>
              </a:defRPr>
            </a:defPPr>
            <a:lvl1pPr>
              <a:defRPr sz="3150" b="1">
                <a:solidFill>
                  <a:srgbClr val="F4F2FC"/>
                </a:solidFill>
              </a:defRPr>
            </a:lvl1pPr>
            <a:lvl2pPr>
              <a:defRPr sz="3150" b="1">
                <a:solidFill>
                  <a:srgbClr val="F4F2FC"/>
                </a:solidFill>
              </a:defRPr>
            </a:lvl2pPr>
            <a:lvl3pPr>
              <a:defRPr sz="3150" b="1">
                <a:solidFill>
                  <a:srgbClr val="F4F2FC"/>
                </a:solidFill>
              </a:defRPr>
            </a:lvl3pPr>
            <a:lvl4pPr>
              <a:defRPr sz="3150" b="1">
                <a:solidFill>
                  <a:srgbClr val="F4F2FC"/>
                </a:solidFill>
              </a:defRPr>
            </a:lvl4pPr>
            <a:lvl5pPr>
              <a:defRPr sz="3150" b="1">
                <a:solidFill>
                  <a:srgbClr val="F4F2FC"/>
                </a:solidFill>
              </a:defRPr>
            </a:lvl5pPr>
            <a:lvl6pPr>
              <a:defRPr sz="3150" b="1">
                <a:solidFill>
                  <a:srgbClr val="F4F2FC"/>
                </a:solidFill>
              </a:defRPr>
            </a:lvl6pPr>
            <a:lvl7pPr>
              <a:defRPr sz="3150" b="1">
                <a:solidFill>
                  <a:srgbClr val="F4F2FC"/>
                </a:solidFill>
              </a:defRPr>
            </a:lvl7pPr>
            <a:lvl8pPr>
              <a:defRPr sz="3150" b="1">
                <a:solidFill>
                  <a:srgbClr val="F4F2FC"/>
                </a:solidFill>
              </a:defRPr>
            </a:lvl8pPr>
            <a:lvl9pPr>
              <a:defRPr sz="3150" b="1">
                <a:solidFill>
                  <a:srgbClr val="F4F2FC"/>
                </a:solidFill>
              </a:defRPr>
            </a:lvl9pPr>
          </a:lstStyle>
          <a:p xmlns:a="http://schemas.openxmlformats.org/drawingml/2006/main">
            <a:pPr>
              <a:defRPr sz="3150" b="1">
                <a:solidFill>
                  <a:srgbClr val="F4F2FC"/>
                </a:solidFill>
              </a:defRPr>
            </a:pPr>
            <a:r>
              <a:rPr sz="3150" b="1">
                <a:solidFill>
                  <a:srgbClr val="F4F2FC"/>
                </a:solidFill>
                <a:latin typeface="Arial"/>
                <a:ea typeface="Arial"/>
                <a:cs typeface="Arial"/>
              </a:rPr>
              <a:t>A complete local test build</a:t>
            </a:r>
          </a:p>
        </p:txBody>
      </p:sp>
      <p:sp>
        <p:nvSpPr>
          <p:cNvPr id="3" name="">
            <a:extLst xmlns:a="http://schemas.openxmlformats.org/drawingml/2006/main">
              <a:ext uri="{FF2B5EF4-FFF2-40B4-BE49-F238E27FC236}">
                <a16:creationId xmlns:a16="http://schemas.microsoft.com/office/drawing/2014/main" id="{E769C33A-4D8A-444A-95FC-A85A5CAD2946}"/>
              </a:ext>
            </a:extLst>
          </p:cNvPr>
          <p:cNvSpPr>
            <a:spLocks xmlns:a="http://schemas.openxmlformats.org/drawingml/2006/main" noGrp="1"/>
          </p:cNvSpPr>
          <p:nvPr/>
        </p:nvSpPr>
        <p:spPr>
          <a:xfrm xmlns:a="http://schemas.openxmlformats.org/drawingml/2006/main">
            <a:off x="704850" y="3057525"/>
            <a:ext cx="1019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B5B2CB"/>
                </a:solidFill>
              </a:defRPr>
            </a:defPPr>
            <a:lvl1pPr>
              <a:defRPr sz="2325" b="0">
                <a:solidFill>
                  <a:srgbClr val="B5B2CB"/>
                </a:solidFill>
              </a:defRPr>
            </a:lvl1pPr>
            <a:lvl2pPr>
              <a:defRPr sz="2325" b="0">
                <a:solidFill>
                  <a:srgbClr val="B5B2CB"/>
                </a:solidFill>
              </a:defRPr>
            </a:lvl2pPr>
            <a:lvl3pPr>
              <a:defRPr sz="2325" b="0">
                <a:solidFill>
                  <a:srgbClr val="B5B2CB"/>
                </a:solidFill>
              </a:defRPr>
            </a:lvl3pPr>
            <a:lvl4pPr>
              <a:defRPr sz="2325" b="0">
                <a:solidFill>
                  <a:srgbClr val="B5B2CB"/>
                </a:solidFill>
              </a:defRPr>
            </a:lvl4pPr>
            <a:lvl5pPr>
              <a:defRPr sz="2325" b="0">
                <a:solidFill>
                  <a:srgbClr val="B5B2CB"/>
                </a:solidFill>
              </a:defRPr>
            </a:lvl5pPr>
            <a:lvl6pPr>
              <a:defRPr sz="2325" b="0">
                <a:solidFill>
                  <a:srgbClr val="B5B2CB"/>
                </a:solidFill>
              </a:defRPr>
            </a:lvl6pPr>
            <a:lvl7pPr>
              <a:defRPr sz="2325" b="0">
                <a:solidFill>
                  <a:srgbClr val="B5B2CB"/>
                </a:solidFill>
              </a:defRPr>
            </a:lvl7pPr>
            <a:lvl8pPr>
              <a:defRPr sz="2325" b="0">
                <a:solidFill>
                  <a:srgbClr val="B5B2CB"/>
                </a:solidFill>
              </a:defRPr>
            </a:lvl8pPr>
            <a:lvl9pPr>
              <a:defRPr sz="2325" b="0">
                <a:solidFill>
                  <a:srgbClr val="B5B2CB"/>
                </a:solidFill>
              </a:defRPr>
            </a:lvl9pPr>
          </a:lstStyle>
          <a:p xmlns:a="http://schemas.openxmlformats.org/drawingml/2006/main">
            <a:pPr>
              <a:defRPr sz="2325" b="0">
                <a:solidFill>
                  <a:srgbClr val="B5B2CB"/>
                </a:solidFill>
              </a:defRPr>
            </a:pPr>
            <a:r>
              <a:rPr sz="2325" b="0">
                <a:solidFill>
                  <a:srgbClr val="B5B2CB"/>
                </a:solidFill>
                <a:latin typeface="Arial"/>
                <a:ea typeface="Arial"/>
                <a:cs typeface="Arial"/>
              </a:rPr>
              <a:t>Persistent memory and evidence. Reusable skills. User-reviewed actions.</a:t>
            </a:r>
          </a:p>
        </p:txBody>
      </p:sp>
      <p:sp>
        <p:nvSpPr>
          <p:cNvPr id="4" name="">
            <a:extLst xmlns:a="http://schemas.openxmlformats.org/drawingml/2006/main">
              <a:ext uri="{FF2B5EF4-FFF2-40B4-BE49-F238E27FC236}">
                <a16:creationId xmlns:a16="http://schemas.microsoft.com/office/drawing/2014/main" id="{9DD9593F-80C4-43D5-AF15-F31B4A23F477}"/>
              </a:ext>
            </a:extLst>
          </p:cNvPr>
          <p:cNvSpPr>
            <a:spLocks xmlns:a="http://schemas.openxmlformats.org/drawingml/2006/main" noGrp="1"/>
          </p:cNvSpPr>
          <p:nvPr/>
        </p:nvSpPr>
        <p:spPr>
          <a:xfrm xmlns:a="http://schemas.openxmlformats.org/drawingml/2006/main">
            <a:off x="704850" y="4476750"/>
            <a:ext cx="98488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B69AFF"/>
                </a:solidFill>
              </a:defRPr>
            </a:defPPr>
            <a:lvl1pPr>
              <a:defRPr sz="2700" b="1">
                <a:solidFill>
                  <a:srgbClr val="B69AFF"/>
                </a:solidFill>
              </a:defRPr>
            </a:lvl1pPr>
            <a:lvl2pPr>
              <a:defRPr sz="2700" b="1">
                <a:solidFill>
                  <a:srgbClr val="B69AFF"/>
                </a:solidFill>
              </a:defRPr>
            </a:lvl2pPr>
            <a:lvl3pPr>
              <a:defRPr sz="2700" b="1">
                <a:solidFill>
                  <a:srgbClr val="B69AFF"/>
                </a:solidFill>
              </a:defRPr>
            </a:lvl3pPr>
            <a:lvl4pPr>
              <a:defRPr sz="2700" b="1">
                <a:solidFill>
                  <a:srgbClr val="B69AFF"/>
                </a:solidFill>
              </a:defRPr>
            </a:lvl4pPr>
            <a:lvl5pPr>
              <a:defRPr sz="2700" b="1">
                <a:solidFill>
                  <a:srgbClr val="B69AFF"/>
                </a:solidFill>
              </a:defRPr>
            </a:lvl5pPr>
            <a:lvl6pPr>
              <a:defRPr sz="2700" b="1">
                <a:solidFill>
                  <a:srgbClr val="B69AFF"/>
                </a:solidFill>
              </a:defRPr>
            </a:lvl6pPr>
            <a:lvl7pPr>
              <a:defRPr sz="2700" b="1">
                <a:solidFill>
                  <a:srgbClr val="B69AFF"/>
                </a:solidFill>
              </a:defRPr>
            </a:lvl7pPr>
            <a:lvl8pPr>
              <a:defRPr sz="2700" b="1">
                <a:solidFill>
                  <a:srgbClr val="B69AFF"/>
                </a:solidFill>
              </a:defRPr>
            </a:lvl8pPr>
            <a:lvl9pPr>
              <a:defRPr sz="2700" b="1">
                <a:solidFill>
                  <a:srgbClr val="B69AFF"/>
                </a:solidFill>
              </a:defRPr>
            </a:lvl9pPr>
          </a:lstStyle>
          <a:p xmlns:a="http://schemas.openxmlformats.org/drawingml/2006/main">
            <a:pPr>
              <a:defRPr sz="2700" b="1">
                <a:solidFill>
                  <a:srgbClr val="B69AFF"/>
                </a:solidFill>
              </a:defRPr>
            </a:pPr>
            <a:r>
              <a:rPr sz="2700" b="1">
                <a:solidFill>
                  <a:srgbClr val="B69AFF"/>
                </a:solidFill>
                <a:latin typeface="Arial"/>
                <a:ea typeface="Arial"/>
                <a:cs typeface="Arial"/>
              </a:rPr>
              <a:t>Next: verify the NVIDIA runtime on Nebius, record the real flow, and test the experience with students.</a:t>
            </a:r>
          </a:p>
        </p:txBody>
      </p:sp>
    </p:spTree>
    <p:extLst>
      <p:ext uri="{BB962C8B-B14F-4D97-AF65-F5344CB8AC3E}">
        <p14:creationId xmlns:p14="http://schemas.microsoft.com/office/powerpoint/2010/main" val="2117221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2026-10-25T00:31:55.3980000Z</dcterms:created>
  <dcterms:modified xsi:type="dcterms:W3CDTF">2026-10-25T00:31:55.3980000Z</dcterms:modified>
</coreProperties>
</file>